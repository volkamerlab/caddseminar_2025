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1"/>
  </p:sldMasterIdLst>
  <p:notesMasterIdLst>
    <p:notesMasterId r:id="rId17"/>
  </p:notesMasterIdLst>
  <p:handoutMasterIdLst>
    <p:handoutMasterId r:id="rId18"/>
  </p:handoutMasterIdLst>
  <p:sldIdLst>
    <p:sldId id="256" r:id="rId2"/>
    <p:sldId id="365" r:id="rId3"/>
    <p:sldId id="366" r:id="rId4"/>
    <p:sldId id="367" r:id="rId5"/>
    <p:sldId id="313" r:id="rId6"/>
    <p:sldId id="368" r:id="rId7"/>
    <p:sldId id="369" r:id="rId8"/>
    <p:sldId id="370" r:id="rId9"/>
    <p:sldId id="371" r:id="rId10"/>
    <p:sldId id="373" r:id="rId11"/>
    <p:sldId id="374" r:id="rId12"/>
    <p:sldId id="375" r:id="rId13"/>
    <p:sldId id="376" r:id="rId14"/>
    <p:sldId id="378" r:id="rId15"/>
    <p:sldId id="258" r:id="rId16"/>
  </p:sldIdLst>
  <p:sldSz cx="12192000" cy="6858000"/>
  <p:notesSz cx="6858000" cy="9144000"/>
  <p:defaultTextStyle>
    <a:defPPr>
      <a:defRPr lang="de-DE"/>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55">
          <p15:clr>
            <a:srgbClr val="A4A3A4"/>
          </p15:clr>
        </p15:guide>
        <p15:guide id="4" orient="horz" pos="482">
          <p15:clr>
            <a:srgbClr val="A4A3A4"/>
          </p15:clr>
        </p15:guide>
        <p15:guide id="5" pos="6799">
          <p15:clr>
            <a:srgbClr val="A4A3A4"/>
          </p15:clr>
        </p15:guide>
        <p15:guide id="6" orient="horz" pos="845">
          <p15:clr>
            <a:srgbClr val="A4A3A4"/>
          </p15:clr>
        </p15:guide>
        <p15:guide id="7" pos="1023">
          <p15:clr>
            <a:srgbClr val="A4A3A4"/>
          </p15:clr>
        </p15:guide>
        <p15:guide id="8" orient="horz" pos="980">
          <p15:clr>
            <a:srgbClr val="A4A3A4"/>
          </p15:clr>
        </p15:guide>
        <p15:guide id="9" pos="7441">
          <p15:clr>
            <a:srgbClr val="A4A3A4"/>
          </p15:clr>
        </p15:guide>
        <p15:guide id="10" pos="305">
          <p15:clr>
            <a:srgbClr val="A4A3A4"/>
          </p15:clr>
        </p15:guide>
        <p15:guide id="11" pos="42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2751d71cb23140ab" providerId="Windows Live"/>
      </p:ext>
    </p:extLst>
  </p:cmAuthor>
  <p:cmAuthor id="2" name="Fouzia Nasreen" initials="FN" lastIdx="0" clrIdx="1">
    <p:extLst>
      <p:ext uri="{19B8F6BF-5375-455C-9EA6-DF929625EA0E}">
        <p15:presenceInfo xmlns:p15="http://schemas.microsoft.com/office/powerpoint/2012/main" userId="Fouzia Nasree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06B"/>
    <a:srgbClr val="5D7591"/>
    <a:srgbClr val="01283F"/>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97" autoAdjust="0"/>
    <p:restoredTop sz="94660"/>
  </p:normalViewPr>
  <p:slideViewPr>
    <p:cSldViewPr snapToObjects="1">
      <p:cViewPr>
        <p:scale>
          <a:sx n="75" d="100"/>
          <a:sy n="75" d="100"/>
        </p:scale>
        <p:origin x="606" y="-36"/>
      </p:cViewPr>
      <p:guideLst>
        <p:guide orient="horz" pos="2160"/>
        <p:guide pos="3840"/>
        <p:guide orient="horz" pos="255"/>
        <p:guide orient="horz" pos="482"/>
        <p:guide pos="6799"/>
        <p:guide orient="horz" pos="845"/>
        <p:guide pos="1023"/>
        <p:guide orient="horz" pos="980"/>
        <p:guide pos="7441"/>
        <p:guide pos="305"/>
        <p:guide pos="424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CD58586-DA46-4585-914A-B9545ACEE276}" type="slidenum">
              <a:rPr lang="de-DE" altLang="de-DE"/>
              <a:pPr>
                <a:defRPr/>
              </a:pPr>
              <a:t>‹#›</a:t>
            </a:fld>
            <a:endParaRPr lang="de-DE" alt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de-DE" noProof="0"/>
              <a:t>Mastertextformat bearbeiten</a:t>
            </a:r>
          </a:p>
          <a:p>
            <a:pPr lvl="0"/>
            <a:r>
              <a:rPr lang="de-DE" noProof="0"/>
              <a:t>Zweite Ebene</a:t>
            </a:r>
          </a:p>
          <a:p>
            <a:pPr lvl="0"/>
            <a:r>
              <a:rPr lang="de-DE" noProof="0"/>
              <a:t>Dritte Ebene</a:t>
            </a:r>
          </a:p>
          <a:p>
            <a:pPr lvl="0"/>
            <a:r>
              <a:rPr lang="de-DE" noProof="0"/>
              <a:t>Vierte Ebene</a:t>
            </a:r>
          </a:p>
          <a:p>
            <a:pPr lvl="0"/>
            <a:r>
              <a:rPr lang="de-DE" noProof="0"/>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69581B4C-3AB1-49C3-8662-FB1C9B8FCAAE}" type="slidenum">
              <a:rPr lang="de-DE" altLang="de-DE"/>
              <a:pPr>
                <a:defRPr/>
              </a:pPr>
              <a:t>‹#›</a:t>
            </a:fld>
            <a:endParaRPr lang="de-DE" altLang="de-DE"/>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742950" indent="-285750" algn="l" defTabSz="457200" rtl="0" eaLnBrk="0" fontAlgn="base" hangingPunct="0">
      <a:spcBef>
        <a:spcPct val="30000"/>
      </a:spcBef>
      <a:spcAft>
        <a:spcPct val="0"/>
      </a:spcAft>
      <a:defRPr sz="1200" kern="1200">
        <a:solidFill>
          <a:schemeClr val="tx1"/>
        </a:solidFill>
        <a:latin typeface="+mn-lt"/>
        <a:ea typeface="+mn-ea"/>
        <a:cs typeface="+mn-cs"/>
      </a:defRPr>
    </a:lvl2pPr>
    <a:lvl3pPr marL="1143000" indent="-228600" algn="l" defTabSz="457200" rtl="0" eaLnBrk="0" fontAlgn="base" hangingPunct="0">
      <a:spcBef>
        <a:spcPct val="30000"/>
      </a:spcBef>
      <a:spcAft>
        <a:spcPct val="0"/>
      </a:spcAft>
      <a:defRPr sz="1200" kern="1200">
        <a:solidFill>
          <a:schemeClr val="tx1"/>
        </a:solidFill>
        <a:latin typeface="+mn-lt"/>
        <a:ea typeface="+mn-ea"/>
        <a:cs typeface="+mn-cs"/>
      </a:defRPr>
    </a:lvl3pPr>
    <a:lvl4pPr marL="1600200" indent="-228600" algn="l" defTabSz="457200" rtl="0" eaLnBrk="0" fontAlgn="base" hangingPunct="0">
      <a:spcBef>
        <a:spcPct val="30000"/>
      </a:spcBef>
      <a:spcAft>
        <a:spcPct val="0"/>
      </a:spcAft>
      <a:defRPr sz="1200" kern="1200">
        <a:solidFill>
          <a:schemeClr val="tx1"/>
        </a:solidFill>
        <a:latin typeface="+mn-lt"/>
        <a:ea typeface="+mn-ea"/>
        <a:cs typeface="+mn-cs"/>
      </a:defRPr>
    </a:lvl4pPr>
    <a:lvl5pPr marL="2057400" indent="-2286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cxnSp>
        <p:nvCxnSpPr>
          <p:cNvPr id="4" name="Gerade Verbindung 8"/>
          <p:cNvCxnSpPr/>
          <p:nvPr userDrawn="1"/>
        </p:nvCxnSpPr>
        <p:spPr>
          <a:xfrm rot="5400000">
            <a:off x="1367632" y="6595269"/>
            <a:ext cx="522287" cy="3175"/>
          </a:xfrm>
          <a:prstGeom prst="line">
            <a:avLst/>
          </a:prstGeom>
          <a:ln w="6350" cap="flat" cmpd="sng" algn="ctr">
            <a:solidFill>
              <a:schemeClr val="tx1">
                <a:lumMod val="50000"/>
                <a:lumOff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5" name="Grafik 9"/>
          <p:cNvPicPr>
            <a:picLocks noChangeAspect="1"/>
          </p:cNvPicPr>
          <p:nvPr userDrawn="1"/>
        </p:nvPicPr>
        <p:blipFill>
          <a:blip r:embed="rId2">
            <a:extLst>
              <a:ext uri="{28A0092B-C50C-407E-A947-70E740481C1C}">
                <a14:useLocalDpi xmlns:a14="http://schemas.microsoft.com/office/drawing/2010/main" val="0"/>
              </a:ext>
            </a:extLst>
          </a:blip>
          <a:srcRect l="50375"/>
          <a:stretch>
            <a:fillRect/>
          </a:stretch>
        </p:blipFill>
        <p:spPr bwMode="auto">
          <a:xfrm>
            <a:off x="0" y="19050"/>
            <a:ext cx="3024188" cy="683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Grafik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93413" y="433388"/>
            <a:ext cx="99060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4463818" y="2511726"/>
            <a:ext cx="7008779" cy="1437521"/>
          </a:xfrm>
          <a:prstGeom prst="rect">
            <a:avLst/>
          </a:prstGeom>
        </p:spPr>
        <p:txBody>
          <a:bodyPr/>
          <a:lstStyle>
            <a:lvl1pPr algn="l">
              <a:defRPr sz="3200">
                <a:solidFill>
                  <a:schemeClr val="tx2"/>
                </a:solidFill>
                <a:latin typeface="Segoe UI" panose="020B0502040204020203" pitchFamily="34" charset="0"/>
                <a:cs typeface="Segoe UI" panose="020B0502040204020203" pitchFamily="34" charset="0"/>
              </a:defRPr>
            </a:lvl1pPr>
          </a:lstStyle>
          <a:p>
            <a:r>
              <a:rPr lang="en-US" dirty="0"/>
              <a:t>Titelmasterformat durch Klicken bearbeiten</a:t>
            </a:r>
            <a:endParaRPr lang="de-DE" dirty="0"/>
          </a:p>
        </p:txBody>
      </p:sp>
      <p:sp>
        <p:nvSpPr>
          <p:cNvPr id="3" name="Untertitel 2"/>
          <p:cNvSpPr>
            <a:spLocks noGrp="1"/>
          </p:cNvSpPr>
          <p:nvPr>
            <p:ph type="subTitle" idx="1"/>
          </p:nvPr>
        </p:nvSpPr>
        <p:spPr>
          <a:xfrm>
            <a:off x="4463818" y="3951886"/>
            <a:ext cx="7008779" cy="1637355"/>
          </a:xfrm>
          <a:prstGeom prst="rect">
            <a:avLst/>
          </a:prstGeom>
        </p:spPr>
        <p:txBody>
          <a:bodyPr/>
          <a:lstStyle>
            <a:lvl1pPr marL="0" indent="0" algn="l">
              <a:lnSpc>
                <a:spcPct val="130000"/>
              </a:lnSpc>
              <a:buNone/>
              <a:defRPr sz="2000" baseline="0">
                <a:solidFill>
                  <a:schemeClr val="tx2"/>
                </a:solidFill>
                <a:latin typeface="Segoe UI" panose="020B0502040204020203" pitchFamily="34" charset="0"/>
                <a:cs typeface="Segoe UI"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Formatvorlage des Untertitelmasters durch Klicken bearbeiten</a:t>
            </a:r>
            <a:endParaRPr lang="de-DE" dirty="0"/>
          </a:p>
        </p:txBody>
      </p:sp>
    </p:spTree>
    <p:extLst>
      <p:ext uri="{BB962C8B-B14F-4D97-AF65-F5344CB8AC3E}">
        <p14:creationId xmlns:p14="http://schemas.microsoft.com/office/powerpoint/2010/main" val="950337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mit Fließtext 24pt">
    <p:spTree>
      <p:nvGrpSpPr>
        <p:cNvPr id="1" name=""/>
        <p:cNvGrpSpPr/>
        <p:nvPr/>
      </p:nvGrpSpPr>
      <p:grpSpPr>
        <a:xfrm>
          <a:off x="0" y="0"/>
          <a:ext cx="0" cy="0"/>
          <a:chOff x="0" y="0"/>
          <a:chExt cx="0" cy="0"/>
        </a:xfrm>
      </p:grpSpPr>
      <p:sp>
        <p:nvSpPr>
          <p:cNvPr id="4"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10"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platzhalter 26"/>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29" name="Textplatzhalter 28"/>
          <p:cNvSpPr>
            <a:spLocks noGrp="1"/>
          </p:cNvSpPr>
          <p:nvPr>
            <p:ph type="body" sz="quarter" idx="11"/>
          </p:nvPr>
        </p:nvSpPr>
        <p:spPr>
          <a:xfrm>
            <a:off x="1630030" y="1350048"/>
            <a:ext cx="9163384"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p:txBody>
      </p:sp>
      <p:sp>
        <p:nvSpPr>
          <p:cNvPr id="11" name="Fußzeilenplatzhalter 15"/>
          <p:cNvSpPr>
            <a:spLocks noGrp="1"/>
          </p:cNvSpPr>
          <p:nvPr>
            <p:ph type="ftr" sz="quarter" idx="12"/>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2" name="Foliennummernplatzhalter 16"/>
          <p:cNvSpPr>
            <a:spLocks noGrp="1"/>
          </p:cNvSpPr>
          <p:nvPr>
            <p:ph type="sldNum" sz="quarter" idx="13"/>
          </p:nvPr>
        </p:nvSpPr>
        <p:spPr>
          <a:xfrm>
            <a:off x="10991850" y="6416675"/>
            <a:ext cx="1200150" cy="365125"/>
          </a:xfrm>
        </p:spPr>
        <p:txBody>
          <a:bodyPr/>
          <a:lstStyle>
            <a:lvl1pPr algn="l">
              <a:defRPr sz="900">
                <a:solidFill>
                  <a:schemeClr val="bg1"/>
                </a:solidFill>
              </a:defRPr>
            </a:lvl1pPr>
          </a:lstStyle>
          <a:p>
            <a:pPr>
              <a:defRPr/>
            </a:pPr>
            <a:fld id="{3403F9C6-84D0-4162-91EE-42F978B0FA19}" type="slidenum">
              <a:rPr lang="de-DE" altLang="de-DE"/>
              <a:pPr>
                <a:defRPr/>
              </a:pPr>
              <a:t>‹#›</a:t>
            </a:fld>
            <a:endParaRPr lang="de-DE" altLang="de-DE" dirty="0"/>
          </a:p>
        </p:txBody>
      </p:sp>
      <p:sp>
        <p:nvSpPr>
          <p:cNvPr id="13" name="Datumsplatzhalter 17"/>
          <p:cNvSpPr>
            <a:spLocks noGrp="1"/>
          </p:cNvSpPr>
          <p:nvPr>
            <p:ph type="dt" sz="half" idx="14"/>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E82088EF-85F2-4CD3-8D71-2FF36028FA0A}" type="datetime1">
              <a:rPr lang="de-DE"/>
              <a:pPr>
                <a:defRPr/>
              </a:pPr>
              <a:t>13.11.2025</a:t>
            </a:fld>
            <a:endParaRPr lang="de-DE" dirty="0"/>
          </a:p>
        </p:txBody>
      </p:sp>
    </p:spTree>
    <p:extLst>
      <p:ext uri="{BB962C8B-B14F-4D97-AF65-F5344CB8AC3E}">
        <p14:creationId xmlns:p14="http://schemas.microsoft.com/office/powerpoint/2010/main" val="1496228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mit Fließtext fett 24 pt">
    <p:spTree>
      <p:nvGrpSpPr>
        <p:cNvPr id="1" name=""/>
        <p:cNvGrpSpPr/>
        <p:nvPr/>
      </p:nvGrpSpPr>
      <p:grpSpPr>
        <a:xfrm>
          <a:off x="0" y="0"/>
          <a:ext cx="0" cy="0"/>
          <a:chOff x="0" y="0"/>
          <a:chExt cx="0" cy="0"/>
        </a:xfrm>
      </p:grpSpPr>
      <p:sp>
        <p:nvSpPr>
          <p:cNvPr id="4"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10"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platzhalter 28"/>
          <p:cNvSpPr>
            <a:spLocks noGrp="1"/>
          </p:cNvSpPr>
          <p:nvPr>
            <p:ph type="body" sz="quarter" idx="11"/>
          </p:nvPr>
        </p:nvSpPr>
        <p:spPr>
          <a:xfrm>
            <a:off x="1630030" y="1350048"/>
            <a:ext cx="9169400" cy="4495800"/>
          </a:xfrm>
          <a:prstGeom prst="rect">
            <a:avLst/>
          </a:prstGeom>
        </p:spPr>
        <p:txBody>
          <a:bodyPr vert="horz" lIns="0"/>
          <a:lstStyle>
            <a:lvl1pPr marL="0" marR="0" indent="-342900" algn="l" defTabSz="457200" rtl="0" eaLnBrk="0" fontAlgn="base" latinLnBrk="0" hangingPunct="0">
              <a:lnSpc>
                <a:spcPct val="150000"/>
              </a:lnSpc>
              <a:spcBef>
                <a:spcPts val="24"/>
              </a:spcBef>
              <a:spcAft>
                <a:spcPct val="0"/>
              </a:spcAft>
              <a:buClrTx/>
              <a:buSzTx/>
              <a:buFontTx/>
              <a:buNone/>
              <a:tabLst/>
              <a:defRPr sz="2400" b="1">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p:txBody>
      </p:sp>
      <p:sp>
        <p:nvSpPr>
          <p:cNvPr id="14" name="Textplatzhalter 26"/>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1" name="Fußzeilenplatzhalter 15"/>
          <p:cNvSpPr>
            <a:spLocks noGrp="1"/>
          </p:cNvSpPr>
          <p:nvPr>
            <p:ph type="ftr" sz="quarter" idx="12"/>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2" name="Foliennummernplatzhalter 16"/>
          <p:cNvSpPr>
            <a:spLocks noGrp="1"/>
          </p:cNvSpPr>
          <p:nvPr>
            <p:ph type="sldNum" sz="quarter" idx="13"/>
          </p:nvPr>
        </p:nvSpPr>
        <p:spPr>
          <a:xfrm>
            <a:off x="10991850" y="6416675"/>
            <a:ext cx="1200150" cy="365125"/>
          </a:xfrm>
        </p:spPr>
        <p:txBody>
          <a:bodyPr/>
          <a:lstStyle>
            <a:lvl1pPr algn="l">
              <a:defRPr sz="900">
                <a:solidFill>
                  <a:schemeClr val="bg1"/>
                </a:solidFill>
              </a:defRPr>
            </a:lvl1pPr>
          </a:lstStyle>
          <a:p>
            <a:pPr>
              <a:defRPr/>
            </a:pPr>
            <a:fld id="{A2C501EE-CD04-41E7-B440-C3B3477471E4}" type="slidenum">
              <a:rPr lang="de-DE" altLang="de-DE"/>
              <a:pPr>
                <a:defRPr/>
              </a:pPr>
              <a:t>‹#›</a:t>
            </a:fld>
            <a:endParaRPr lang="de-DE" altLang="de-DE" dirty="0"/>
          </a:p>
        </p:txBody>
      </p:sp>
      <p:sp>
        <p:nvSpPr>
          <p:cNvPr id="13" name="Datumsplatzhalter 17"/>
          <p:cNvSpPr>
            <a:spLocks noGrp="1"/>
          </p:cNvSpPr>
          <p:nvPr>
            <p:ph type="dt" sz="half" idx="14"/>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F39FB96C-9DBC-46E6-B2D0-D7242DB7E2D5}" type="datetime1">
              <a:rPr lang="de-DE"/>
              <a:pPr>
                <a:defRPr/>
              </a:pPr>
              <a:t>13.11.2025</a:t>
            </a:fld>
            <a:endParaRPr lang="de-DE" dirty="0"/>
          </a:p>
        </p:txBody>
      </p:sp>
    </p:spTree>
    <p:extLst>
      <p:ext uri="{BB962C8B-B14F-4D97-AF65-F5344CB8AC3E}">
        <p14:creationId xmlns:p14="http://schemas.microsoft.com/office/powerpoint/2010/main" val="2488728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ufzählung eingerückt">
    <p:spTree>
      <p:nvGrpSpPr>
        <p:cNvPr id="1" name=""/>
        <p:cNvGrpSpPr/>
        <p:nvPr/>
      </p:nvGrpSpPr>
      <p:grpSpPr>
        <a:xfrm>
          <a:off x="0" y="0"/>
          <a:ext cx="0" cy="0"/>
          <a:chOff x="0" y="0"/>
          <a:chExt cx="0" cy="0"/>
        </a:xfrm>
      </p:grpSpPr>
      <p:sp>
        <p:nvSpPr>
          <p:cNvPr id="4"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10"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platzhalter 26"/>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6" name="Content Placeholder 2"/>
          <p:cNvSpPr>
            <a:spLocks noGrp="1"/>
          </p:cNvSpPr>
          <p:nvPr>
            <p:ph idx="1"/>
          </p:nvPr>
        </p:nvSpPr>
        <p:spPr>
          <a:xfrm>
            <a:off x="1630363" y="1345199"/>
            <a:ext cx="9154784" cy="4913312"/>
          </a:xfrm>
          <a:prstGeom prst="rect">
            <a:avLst/>
          </a:prstGeom>
        </p:spPr>
        <p:txBody>
          <a:bodyPr lIns="0" tIns="46800"/>
          <a:lstStyle>
            <a:lvl1pPr marL="342900" indent="-342900">
              <a:lnSpc>
                <a:spcPct val="150000"/>
              </a:lnSpc>
              <a:spcBef>
                <a:spcPts val="1000"/>
              </a:spcBef>
              <a:buFont typeface="Arial" panose="020B0604020202020204" pitchFamily="34" charset="0"/>
              <a:buChar char="•"/>
              <a:defRPr sz="2400">
                <a:solidFill>
                  <a:schemeClr val="tx2"/>
                </a:solidFill>
                <a:latin typeface="Segoe UI" panose="020B0502040204020203" pitchFamily="34" charset="0"/>
                <a:cs typeface="Segoe UI" panose="020B0502040204020203" pitchFamily="34" charset="0"/>
              </a:defRPr>
            </a:lvl1pPr>
            <a:lvl2pPr marL="742950" indent="-285750">
              <a:spcBef>
                <a:spcPts val="1000"/>
              </a:spcBef>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2pPr>
            <a:lvl3pPr marL="1143000" indent="-228600">
              <a:spcBef>
                <a:spcPts val="1000"/>
              </a:spcBef>
              <a:buFont typeface="Arial" panose="020B0604020202020204" pitchFamily="34" charset="0"/>
              <a:buChar char="•"/>
              <a:defRPr sz="1600">
                <a:solidFill>
                  <a:schemeClr val="tx2"/>
                </a:solidFill>
                <a:latin typeface="Segoe UI" panose="020B0502040204020203" pitchFamily="34" charset="0"/>
                <a:cs typeface="Segoe UI" panose="020B0502040204020203" pitchFamily="34" charset="0"/>
              </a:defRPr>
            </a:lvl3pPr>
            <a:lvl4pPr marL="16002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4pPr>
            <a:lvl5pPr marL="20574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a:p>
            <a:pPr lvl="1"/>
            <a:r>
              <a:rPr lang="de-DE" dirty="0"/>
              <a:t>Zweite Ebene</a:t>
            </a:r>
          </a:p>
          <a:p>
            <a:pPr lvl="2"/>
            <a:r>
              <a:rPr lang="de-DE" dirty="0"/>
              <a:t>Dritte Ebene</a:t>
            </a:r>
          </a:p>
        </p:txBody>
      </p:sp>
      <p:sp>
        <p:nvSpPr>
          <p:cNvPr id="11" name="Fußzeilenplatzhalter 15"/>
          <p:cNvSpPr>
            <a:spLocks noGrp="1"/>
          </p:cNvSpPr>
          <p:nvPr>
            <p:ph type="ftr" sz="quarter" idx="11"/>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2" name="Foliennummernplatzhalter 16"/>
          <p:cNvSpPr>
            <a:spLocks noGrp="1"/>
          </p:cNvSpPr>
          <p:nvPr>
            <p:ph type="sldNum" sz="quarter" idx="12"/>
          </p:nvPr>
        </p:nvSpPr>
        <p:spPr>
          <a:xfrm>
            <a:off x="10991850" y="6416675"/>
            <a:ext cx="1200150" cy="365125"/>
          </a:xfrm>
        </p:spPr>
        <p:txBody>
          <a:bodyPr/>
          <a:lstStyle>
            <a:lvl1pPr algn="l">
              <a:defRPr sz="900">
                <a:solidFill>
                  <a:schemeClr val="bg1"/>
                </a:solidFill>
              </a:defRPr>
            </a:lvl1pPr>
          </a:lstStyle>
          <a:p>
            <a:pPr>
              <a:defRPr/>
            </a:pPr>
            <a:fld id="{E7D33876-A343-4AB0-AF59-3085283FF471}" type="slidenum">
              <a:rPr lang="de-DE" altLang="de-DE"/>
              <a:pPr>
                <a:defRPr/>
              </a:pPr>
              <a:t>‹#›</a:t>
            </a:fld>
            <a:endParaRPr lang="de-DE" altLang="de-DE" dirty="0"/>
          </a:p>
        </p:txBody>
      </p:sp>
      <p:sp>
        <p:nvSpPr>
          <p:cNvPr id="13" name="Datumsplatzhalter 17"/>
          <p:cNvSpPr>
            <a:spLocks noGrp="1"/>
          </p:cNvSpPr>
          <p:nvPr>
            <p:ph type="dt" sz="half" idx="13"/>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343F447D-18C7-4BD6-B08F-4152D8BD2FE5}" type="datetime1">
              <a:rPr lang="de-DE"/>
              <a:pPr>
                <a:defRPr/>
              </a:pPr>
              <a:t>13.11.2025</a:t>
            </a:fld>
            <a:endParaRPr lang="de-DE" dirty="0"/>
          </a:p>
        </p:txBody>
      </p:sp>
    </p:spTree>
    <p:extLst>
      <p:ext uri="{BB962C8B-B14F-4D97-AF65-F5344CB8AC3E}">
        <p14:creationId xmlns:p14="http://schemas.microsoft.com/office/powerpoint/2010/main" val="2511200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ere Folie / Logo Eule / Streifen oben">
    <p:spTree>
      <p:nvGrpSpPr>
        <p:cNvPr id="1" name=""/>
        <p:cNvGrpSpPr/>
        <p:nvPr/>
      </p:nvGrpSpPr>
      <p:grpSpPr>
        <a:xfrm>
          <a:off x="0" y="0"/>
          <a:ext cx="0" cy="0"/>
          <a:chOff x="0" y="0"/>
          <a:chExt cx="0" cy="0"/>
        </a:xfrm>
      </p:grpSpPr>
      <p:sp>
        <p:nvSpPr>
          <p:cNvPr id="3" name="Rechteck 18"/>
          <p:cNvSpPr>
            <a:spLocks noChangeArrowheads="1"/>
          </p:cNvSpPr>
          <p:nvPr userDrawn="1"/>
        </p:nvSpPr>
        <p:spPr bwMode="auto">
          <a:xfrm flipH="1">
            <a:off x="0" y="6261100"/>
            <a:ext cx="12192000" cy="59690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4"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7"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9"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platzhalter 26"/>
          <p:cNvSpPr>
            <a:spLocks noGrp="1"/>
          </p:cNvSpPr>
          <p:nvPr>
            <p:ph type="body" sz="quarter" idx="13"/>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0" name="Fußzeilenplatzhalter 15"/>
          <p:cNvSpPr>
            <a:spLocks noGrp="1"/>
          </p:cNvSpPr>
          <p:nvPr>
            <p:ph type="ftr" sz="quarter" idx="14"/>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1" name="Foliennummernplatzhalter 16"/>
          <p:cNvSpPr>
            <a:spLocks noGrp="1"/>
          </p:cNvSpPr>
          <p:nvPr>
            <p:ph type="sldNum" sz="quarter" idx="15"/>
          </p:nvPr>
        </p:nvSpPr>
        <p:spPr>
          <a:xfrm>
            <a:off x="10991850" y="6416675"/>
            <a:ext cx="1200150" cy="365125"/>
          </a:xfrm>
        </p:spPr>
        <p:txBody>
          <a:bodyPr/>
          <a:lstStyle>
            <a:lvl1pPr algn="l">
              <a:defRPr sz="900">
                <a:solidFill>
                  <a:schemeClr val="bg1"/>
                </a:solidFill>
              </a:defRPr>
            </a:lvl1pPr>
          </a:lstStyle>
          <a:p>
            <a:pPr>
              <a:defRPr/>
            </a:pPr>
            <a:fld id="{E4DCBD55-91F0-45C8-9EAD-31C5FB32C79B}" type="slidenum">
              <a:rPr lang="de-DE" altLang="de-DE"/>
              <a:pPr>
                <a:defRPr/>
              </a:pPr>
              <a:t>‹#›</a:t>
            </a:fld>
            <a:endParaRPr lang="de-DE" altLang="de-DE" dirty="0"/>
          </a:p>
        </p:txBody>
      </p:sp>
      <p:sp>
        <p:nvSpPr>
          <p:cNvPr id="12" name="Datumsplatzhalter 17"/>
          <p:cNvSpPr>
            <a:spLocks noGrp="1"/>
          </p:cNvSpPr>
          <p:nvPr>
            <p:ph type="dt" sz="half" idx="16"/>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D3AEF513-E395-4A3D-8E58-0206060B0C19}" type="datetime1">
              <a:rPr lang="de-DE"/>
              <a:pPr>
                <a:defRPr/>
              </a:pPr>
              <a:t>13.11.2025</a:t>
            </a:fld>
            <a:endParaRPr lang="de-DE" dirty="0"/>
          </a:p>
        </p:txBody>
      </p:sp>
    </p:spTree>
    <p:extLst>
      <p:ext uri="{BB962C8B-B14F-4D97-AF65-F5344CB8AC3E}">
        <p14:creationId xmlns:p14="http://schemas.microsoft.com/office/powerpoint/2010/main" val="714480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ld-Text-Kombi-1">
    <p:spTree>
      <p:nvGrpSpPr>
        <p:cNvPr id="1" name=""/>
        <p:cNvGrpSpPr/>
        <p:nvPr/>
      </p:nvGrpSpPr>
      <p:grpSpPr>
        <a:xfrm>
          <a:off x="0" y="0"/>
          <a:ext cx="0" cy="0"/>
          <a:chOff x="0" y="0"/>
          <a:chExt cx="0" cy="0"/>
        </a:xfrm>
      </p:grpSpPr>
      <p:sp>
        <p:nvSpPr>
          <p:cNvPr id="3"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4"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7"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9"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hteck 9"/>
          <p:cNvSpPr/>
          <p:nvPr userDrawn="1"/>
        </p:nvSpPr>
        <p:spPr>
          <a:xfrm>
            <a:off x="6350" y="44450"/>
            <a:ext cx="6089650" cy="6210300"/>
          </a:xfrm>
          <a:prstGeom prst="rect">
            <a:avLst/>
          </a:prstGeom>
          <a:solidFill>
            <a:schemeClr val="bg1">
              <a:lumMod val="85000"/>
            </a:schemeClr>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14" name="Textplatzhalter 28"/>
          <p:cNvSpPr>
            <a:spLocks noGrp="1"/>
          </p:cNvSpPr>
          <p:nvPr>
            <p:ph type="body" sz="quarter" idx="13"/>
          </p:nvPr>
        </p:nvSpPr>
        <p:spPr>
          <a:xfrm>
            <a:off x="6768766" y="1350048"/>
            <a:ext cx="5049838"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p:txBody>
      </p:sp>
      <p:sp>
        <p:nvSpPr>
          <p:cNvPr id="11" name="Fußzeilenplatzhalter 15"/>
          <p:cNvSpPr>
            <a:spLocks noGrp="1"/>
          </p:cNvSpPr>
          <p:nvPr>
            <p:ph type="ftr" sz="quarter" idx="14"/>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2" name="Foliennummernplatzhalter 16"/>
          <p:cNvSpPr>
            <a:spLocks noGrp="1"/>
          </p:cNvSpPr>
          <p:nvPr>
            <p:ph type="sldNum" sz="quarter" idx="15"/>
          </p:nvPr>
        </p:nvSpPr>
        <p:spPr>
          <a:xfrm>
            <a:off x="10991850" y="6416675"/>
            <a:ext cx="1200150" cy="365125"/>
          </a:xfrm>
        </p:spPr>
        <p:txBody>
          <a:bodyPr/>
          <a:lstStyle>
            <a:lvl1pPr algn="l">
              <a:defRPr sz="900">
                <a:solidFill>
                  <a:schemeClr val="bg1"/>
                </a:solidFill>
              </a:defRPr>
            </a:lvl1pPr>
          </a:lstStyle>
          <a:p>
            <a:pPr>
              <a:defRPr/>
            </a:pPr>
            <a:fld id="{2E5EB353-52B3-4C59-974B-DBFB9536EF79}" type="slidenum">
              <a:rPr lang="de-DE" altLang="de-DE"/>
              <a:pPr>
                <a:defRPr/>
              </a:pPr>
              <a:t>‹#›</a:t>
            </a:fld>
            <a:endParaRPr lang="de-DE" altLang="de-DE" dirty="0"/>
          </a:p>
        </p:txBody>
      </p:sp>
      <p:sp>
        <p:nvSpPr>
          <p:cNvPr id="13" name="Datumsplatzhalter 17"/>
          <p:cNvSpPr>
            <a:spLocks noGrp="1"/>
          </p:cNvSpPr>
          <p:nvPr>
            <p:ph type="dt" sz="half" idx="16"/>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C9CF090C-F802-4A98-AB4C-52BD67E56E9F}" type="datetime1">
              <a:rPr lang="de-DE"/>
              <a:pPr>
                <a:defRPr/>
              </a:pPr>
              <a:t>13.11.2025</a:t>
            </a:fld>
            <a:endParaRPr lang="de-DE" dirty="0"/>
          </a:p>
        </p:txBody>
      </p:sp>
    </p:spTree>
    <p:extLst>
      <p:ext uri="{BB962C8B-B14F-4D97-AF65-F5344CB8AC3E}">
        <p14:creationId xmlns:p14="http://schemas.microsoft.com/office/powerpoint/2010/main" val="550904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ld-Text-Kombi-2">
    <p:spTree>
      <p:nvGrpSpPr>
        <p:cNvPr id="1" name=""/>
        <p:cNvGrpSpPr/>
        <p:nvPr/>
      </p:nvGrpSpPr>
      <p:grpSpPr>
        <a:xfrm>
          <a:off x="0" y="0"/>
          <a:ext cx="0" cy="0"/>
          <a:chOff x="0" y="0"/>
          <a:chExt cx="0" cy="0"/>
        </a:xfrm>
      </p:grpSpPr>
      <p:sp>
        <p:nvSpPr>
          <p:cNvPr id="4"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10"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hteck 10"/>
          <p:cNvSpPr/>
          <p:nvPr userDrawn="1"/>
        </p:nvSpPr>
        <p:spPr>
          <a:xfrm>
            <a:off x="6350" y="1349375"/>
            <a:ext cx="6089650" cy="4905375"/>
          </a:xfrm>
          <a:prstGeom prst="rect">
            <a:avLst/>
          </a:prstGeom>
          <a:solidFill>
            <a:schemeClr val="bg1">
              <a:lumMod val="85000"/>
            </a:schemeClr>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27" name="Textplatzhalter 26"/>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4" name="Textplatzhalter 28"/>
          <p:cNvSpPr>
            <a:spLocks noGrp="1"/>
          </p:cNvSpPr>
          <p:nvPr>
            <p:ph type="body" sz="quarter" idx="11"/>
          </p:nvPr>
        </p:nvSpPr>
        <p:spPr>
          <a:xfrm>
            <a:off x="6768766" y="1350048"/>
            <a:ext cx="5049838"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p:txBody>
      </p:sp>
      <p:sp>
        <p:nvSpPr>
          <p:cNvPr id="12" name="Fußzeilenplatzhalter 15"/>
          <p:cNvSpPr>
            <a:spLocks noGrp="1"/>
          </p:cNvSpPr>
          <p:nvPr>
            <p:ph type="ftr" sz="quarter" idx="12"/>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3" name="Foliennummernplatzhalter 16"/>
          <p:cNvSpPr>
            <a:spLocks noGrp="1"/>
          </p:cNvSpPr>
          <p:nvPr>
            <p:ph type="sldNum" sz="quarter" idx="13"/>
          </p:nvPr>
        </p:nvSpPr>
        <p:spPr>
          <a:xfrm>
            <a:off x="10991850" y="6416675"/>
            <a:ext cx="1200150" cy="365125"/>
          </a:xfrm>
        </p:spPr>
        <p:txBody>
          <a:bodyPr/>
          <a:lstStyle>
            <a:lvl1pPr algn="l">
              <a:defRPr sz="900">
                <a:solidFill>
                  <a:schemeClr val="bg1"/>
                </a:solidFill>
              </a:defRPr>
            </a:lvl1pPr>
          </a:lstStyle>
          <a:p>
            <a:pPr>
              <a:defRPr/>
            </a:pPr>
            <a:fld id="{BF903EA1-EC3C-48FB-AFDC-0715A5E8F6B5}" type="slidenum">
              <a:rPr lang="de-DE" altLang="de-DE"/>
              <a:pPr>
                <a:defRPr/>
              </a:pPr>
              <a:t>‹#›</a:t>
            </a:fld>
            <a:endParaRPr lang="de-DE" altLang="de-DE" dirty="0"/>
          </a:p>
        </p:txBody>
      </p:sp>
      <p:sp>
        <p:nvSpPr>
          <p:cNvPr id="15" name="Datumsplatzhalter 17"/>
          <p:cNvSpPr>
            <a:spLocks noGrp="1"/>
          </p:cNvSpPr>
          <p:nvPr>
            <p:ph type="dt" sz="half" idx="14"/>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43A8E30D-A6B4-490F-BBF6-DF3C9C86279C}" type="datetime1">
              <a:rPr lang="de-DE"/>
              <a:pPr>
                <a:defRPr/>
              </a:pPr>
              <a:t>13.11.2025</a:t>
            </a:fld>
            <a:endParaRPr lang="de-DE" dirty="0"/>
          </a:p>
        </p:txBody>
      </p:sp>
    </p:spTree>
    <p:extLst>
      <p:ext uri="{BB962C8B-B14F-4D97-AF65-F5344CB8AC3E}">
        <p14:creationId xmlns:p14="http://schemas.microsoft.com/office/powerpoint/2010/main" val="112315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ild-Text-Kombi-3">
    <p:spTree>
      <p:nvGrpSpPr>
        <p:cNvPr id="1" name=""/>
        <p:cNvGrpSpPr/>
        <p:nvPr/>
      </p:nvGrpSpPr>
      <p:grpSpPr>
        <a:xfrm>
          <a:off x="0" y="0"/>
          <a:ext cx="0" cy="0"/>
          <a:chOff x="0" y="0"/>
          <a:chExt cx="0" cy="0"/>
        </a:xfrm>
      </p:grpSpPr>
      <p:sp>
        <p:nvSpPr>
          <p:cNvPr id="4"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10"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hteck 10"/>
          <p:cNvSpPr/>
          <p:nvPr userDrawn="1"/>
        </p:nvSpPr>
        <p:spPr>
          <a:xfrm>
            <a:off x="6097588" y="1349375"/>
            <a:ext cx="6089650" cy="4905375"/>
          </a:xfrm>
          <a:prstGeom prst="rect">
            <a:avLst/>
          </a:prstGeom>
          <a:solidFill>
            <a:schemeClr val="bg1">
              <a:lumMod val="85000"/>
            </a:schemeClr>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27" name="Textplatzhalter 26"/>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4" name="Textplatzhalter 28"/>
          <p:cNvSpPr>
            <a:spLocks noGrp="1"/>
          </p:cNvSpPr>
          <p:nvPr>
            <p:ph type="body" sz="quarter" idx="11"/>
          </p:nvPr>
        </p:nvSpPr>
        <p:spPr>
          <a:xfrm>
            <a:off x="490205" y="1350048"/>
            <a:ext cx="4891732"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p:txBody>
      </p:sp>
      <p:sp>
        <p:nvSpPr>
          <p:cNvPr id="12" name="Fußzeilenplatzhalter 15"/>
          <p:cNvSpPr>
            <a:spLocks noGrp="1"/>
          </p:cNvSpPr>
          <p:nvPr>
            <p:ph type="ftr" sz="quarter" idx="12"/>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3" name="Foliennummernplatzhalter 16"/>
          <p:cNvSpPr>
            <a:spLocks noGrp="1"/>
          </p:cNvSpPr>
          <p:nvPr>
            <p:ph type="sldNum" sz="quarter" idx="13"/>
          </p:nvPr>
        </p:nvSpPr>
        <p:spPr>
          <a:xfrm>
            <a:off x="10991850" y="6416675"/>
            <a:ext cx="1200150" cy="365125"/>
          </a:xfrm>
        </p:spPr>
        <p:txBody>
          <a:bodyPr/>
          <a:lstStyle>
            <a:lvl1pPr algn="l">
              <a:defRPr sz="900">
                <a:solidFill>
                  <a:schemeClr val="bg1"/>
                </a:solidFill>
              </a:defRPr>
            </a:lvl1pPr>
          </a:lstStyle>
          <a:p>
            <a:pPr>
              <a:defRPr/>
            </a:pPr>
            <a:fld id="{F49EA074-14BF-4C08-ABA0-19844DC6C375}" type="slidenum">
              <a:rPr lang="de-DE" altLang="de-DE"/>
              <a:pPr>
                <a:defRPr/>
              </a:pPr>
              <a:t>‹#›</a:t>
            </a:fld>
            <a:endParaRPr lang="de-DE" altLang="de-DE" dirty="0"/>
          </a:p>
        </p:txBody>
      </p:sp>
      <p:sp>
        <p:nvSpPr>
          <p:cNvPr id="15" name="Datumsplatzhalter 17"/>
          <p:cNvSpPr>
            <a:spLocks noGrp="1"/>
          </p:cNvSpPr>
          <p:nvPr>
            <p:ph type="dt" sz="half" idx="14"/>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D12A146F-698B-4B8A-A12B-173EE3126FD6}" type="datetime1">
              <a:rPr lang="de-DE"/>
              <a:pPr>
                <a:defRPr/>
              </a:pPr>
              <a:t>13.11.2025</a:t>
            </a:fld>
            <a:endParaRPr lang="de-DE" dirty="0"/>
          </a:p>
        </p:txBody>
      </p:sp>
    </p:spTree>
    <p:extLst>
      <p:ext uri="{BB962C8B-B14F-4D97-AF65-F5344CB8AC3E}">
        <p14:creationId xmlns:p14="http://schemas.microsoft.com/office/powerpoint/2010/main" val="2189352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Text-Kombi-4-Aufzählung rechts">
    <p:spTree>
      <p:nvGrpSpPr>
        <p:cNvPr id="1" name=""/>
        <p:cNvGrpSpPr/>
        <p:nvPr/>
      </p:nvGrpSpPr>
      <p:grpSpPr>
        <a:xfrm>
          <a:off x="0" y="0"/>
          <a:ext cx="0" cy="0"/>
          <a:chOff x="0" y="0"/>
          <a:chExt cx="0" cy="0"/>
        </a:xfrm>
      </p:grpSpPr>
      <p:sp>
        <p:nvSpPr>
          <p:cNvPr id="4"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10"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hteck 10"/>
          <p:cNvSpPr/>
          <p:nvPr userDrawn="1"/>
        </p:nvSpPr>
        <p:spPr>
          <a:xfrm>
            <a:off x="6350" y="1349375"/>
            <a:ext cx="6089650" cy="4905375"/>
          </a:xfrm>
          <a:prstGeom prst="rect">
            <a:avLst/>
          </a:prstGeom>
          <a:solidFill>
            <a:schemeClr val="bg1">
              <a:lumMod val="85000"/>
            </a:schemeClr>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27" name="Textplatzhalter 26"/>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5" name="Content Placeholder 2"/>
          <p:cNvSpPr>
            <a:spLocks noGrp="1"/>
          </p:cNvSpPr>
          <p:nvPr>
            <p:ph idx="1"/>
          </p:nvPr>
        </p:nvSpPr>
        <p:spPr>
          <a:xfrm>
            <a:off x="6768765" y="1345199"/>
            <a:ext cx="5049839" cy="4913312"/>
          </a:xfrm>
          <a:prstGeom prst="rect">
            <a:avLst/>
          </a:prstGeom>
        </p:spPr>
        <p:txBody>
          <a:bodyPr lIns="0" tIns="46800"/>
          <a:lstStyle>
            <a:lvl1pPr marL="342900" indent="-342900">
              <a:lnSpc>
                <a:spcPct val="100000"/>
              </a:lnSpc>
              <a:spcBef>
                <a:spcPts val="1000"/>
              </a:spcBef>
              <a:buFont typeface="Arial" panose="020B0604020202020204" pitchFamily="34" charset="0"/>
              <a:buChar char="•"/>
              <a:defRPr sz="2400">
                <a:solidFill>
                  <a:schemeClr val="tx2"/>
                </a:solidFill>
                <a:latin typeface="Segoe UI" panose="020B0502040204020203" pitchFamily="34" charset="0"/>
                <a:cs typeface="Segoe UI" panose="020B0502040204020203" pitchFamily="34" charset="0"/>
              </a:defRPr>
            </a:lvl1pPr>
            <a:lvl2pPr marL="742950" indent="-285750">
              <a:spcBef>
                <a:spcPts val="1000"/>
              </a:spcBef>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2pPr>
            <a:lvl3pPr marL="1143000" indent="-228600">
              <a:spcBef>
                <a:spcPts val="1000"/>
              </a:spcBef>
              <a:buFont typeface="Arial" panose="020B0604020202020204" pitchFamily="34" charset="0"/>
              <a:buChar char="•"/>
              <a:defRPr sz="1600">
                <a:solidFill>
                  <a:schemeClr val="tx2"/>
                </a:solidFill>
                <a:latin typeface="Segoe UI" panose="020B0502040204020203" pitchFamily="34" charset="0"/>
                <a:cs typeface="Segoe UI" panose="020B0502040204020203" pitchFamily="34" charset="0"/>
              </a:defRPr>
            </a:lvl3pPr>
            <a:lvl4pPr marL="16002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4pPr>
            <a:lvl5pPr marL="20574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a:p>
            <a:pPr lvl="1"/>
            <a:r>
              <a:rPr lang="de-DE" dirty="0"/>
              <a:t>Zweite Ebene</a:t>
            </a:r>
          </a:p>
          <a:p>
            <a:pPr lvl="2"/>
            <a:r>
              <a:rPr lang="de-DE" dirty="0"/>
              <a:t>Dritte Ebene</a:t>
            </a:r>
          </a:p>
        </p:txBody>
      </p:sp>
      <p:sp>
        <p:nvSpPr>
          <p:cNvPr id="12" name="Fußzeilenplatzhalter 15"/>
          <p:cNvSpPr>
            <a:spLocks noGrp="1"/>
          </p:cNvSpPr>
          <p:nvPr>
            <p:ph type="ftr" sz="quarter" idx="11"/>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3" name="Foliennummernplatzhalter 16"/>
          <p:cNvSpPr>
            <a:spLocks noGrp="1"/>
          </p:cNvSpPr>
          <p:nvPr>
            <p:ph type="sldNum" sz="quarter" idx="12"/>
          </p:nvPr>
        </p:nvSpPr>
        <p:spPr>
          <a:xfrm>
            <a:off x="10991850" y="6416675"/>
            <a:ext cx="1200150" cy="365125"/>
          </a:xfrm>
        </p:spPr>
        <p:txBody>
          <a:bodyPr/>
          <a:lstStyle>
            <a:lvl1pPr algn="l">
              <a:defRPr sz="900">
                <a:solidFill>
                  <a:schemeClr val="bg1"/>
                </a:solidFill>
              </a:defRPr>
            </a:lvl1pPr>
          </a:lstStyle>
          <a:p>
            <a:pPr>
              <a:defRPr/>
            </a:pPr>
            <a:fld id="{226E317D-C892-416C-87E1-03B7D17D2981}" type="slidenum">
              <a:rPr lang="de-DE" altLang="de-DE"/>
              <a:pPr>
                <a:defRPr/>
              </a:pPr>
              <a:t>‹#›</a:t>
            </a:fld>
            <a:endParaRPr lang="de-DE" altLang="de-DE" dirty="0"/>
          </a:p>
        </p:txBody>
      </p:sp>
      <p:sp>
        <p:nvSpPr>
          <p:cNvPr id="14" name="Datumsplatzhalter 17"/>
          <p:cNvSpPr>
            <a:spLocks noGrp="1"/>
          </p:cNvSpPr>
          <p:nvPr>
            <p:ph type="dt" sz="half" idx="13"/>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9C70085A-81E6-4373-A188-F16A72336CA3}" type="datetime1">
              <a:rPr lang="de-DE"/>
              <a:pPr>
                <a:defRPr/>
              </a:pPr>
              <a:t>13.11.2025</a:t>
            </a:fld>
            <a:endParaRPr lang="de-DE" dirty="0"/>
          </a:p>
        </p:txBody>
      </p:sp>
    </p:spTree>
    <p:extLst>
      <p:ext uri="{BB962C8B-B14F-4D97-AF65-F5344CB8AC3E}">
        <p14:creationId xmlns:p14="http://schemas.microsoft.com/office/powerpoint/2010/main" val="69080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d-Text-Kombi-5-Aufzählung links">
    <p:spTree>
      <p:nvGrpSpPr>
        <p:cNvPr id="1" name=""/>
        <p:cNvGrpSpPr/>
        <p:nvPr/>
      </p:nvGrpSpPr>
      <p:grpSpPr>
        <a:xfrm>
          <a:off x="0" y="0"/>
          <a:ext cx="0" cy="0"/>
          <a:chOff x="0" y="0"/>
          <a:chExt cx="0" cy="0"/>
        </a:xfrm>
      </p:grpSpPr>
      <p:sp>
        <p:nvSpPr>
          <p:cNvPr id="4"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10"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hteck 10"/>
          <p:cNvSpPr/>
          <p:nvPr userDrawn="1"/>
        </p:nvSpPr>
        <p:spPr>
          <a:xfrm>
            <a:off x="6097588" y="1349375"/>
            <a:ext cx="6089650" cy="4905375"/>
          </a:xfrm>
          <a:prstGeom prst="rect">
            <a:avLst/>
          </a:prstGeom>
          <a:solidFill>
            <a:schemeClr val="bg1">
              <a:lumMod val="85000"/>
            </a:schemeClr>
          </a:solidFill>
          <a:ln>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27" name="Textplatzhalter 26"/>
          <p:cNvSpPr>
            <a:spLocks noGrp="1"/>
          </p:cNvSpPr>
          <p:nvPr>
            <p:ph type="body" sz="quarter" idx="10"/>
          </p:nvPr>
        </p:nvSpPr>
        <p:spPr>
          <a:xfrm>
            <a:off x="397933" y="349044"/>
            <a:ext cx="8866419"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5" name="Content Placeholder 2"/>
          <p:cNvSpPr>
            <a:spLocks noGrp="1"/>
          </p:cNvSpPr>
          <p:nvPr>
            <p:ph idx="1"/>
          </p:nvPr>
        </p:nvSpPr>
        <p:spPr>
          <a:xfrm>
            <a:off x="485392" y="1345199"/>
            <a:ext cx="5049839" cy="4913312"/>
          </a:xfrm>
          <a:prstGeom prst="rect">
            <a:avLst/>
          </a:prstGeom>
        </p:spPr>
        <p:txBody>
          <a:bodyPr lIns="0" tIns="46800"/>
          <a:lstStyle>
            <a:lvl1pPr marL="342900" indent="-342900">
              <a:lnSpc>
                <a:spcPct val="100000"/>
              </a:lnSpc>
              <a:spcBef>
                <a:spcPts val="1000"/>
              </a:spcBef>
              <a:buFont typeface="Arial" panose="020B0604020202020204" pitchFamily="34" charset="0"/>
              <a:buChar char="•"/>
              <a:defRPr sz="2400">
                <a:solidFill>
                  <a:schemeClr val="tx2"/>
                </a:solidFill>
                <a:latin typeface="Segoe UI" panose="020B0502040204020203" pitchFamily="34" charset="0"/>
                <a:cs typeface="Segoe UI" panose="020B0502040204020203" pitchFamily="34" charset="0"/>
              </a:defRPr>
            </a:lvl1pPr>
            <a:lvl2pPr marL="742950" indent="-285750">
              <a:spcBef>
                <a:spcPts val="1000"/>
              </a:spcBef>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2pPr>
            <a:lvl3pPr marL="1143000" indent="-228600">
              <a:spcBef>
                <a:spcPts val="1000"/>
              </a:spcBef>
              <a:buFont typeface="Arial" panose="020B0604020202020204" pitchFamily="34" charset="0"/>
              <a:buChar char="•"/>
              <a:defRPr sz="1600">
                <a:solidFill>
                  <a:schemeClr val="tx2"/>
                </a:solidFill>
                <a:latin typeface="Segoe UI" panose="020B0502040204020203" pitchFamily="34" charset="0"/>
                <a:cs typeface="Segoe UI" panose="020B0502040204020203" pitchFamily="34" charset="0"/>
              </a:defRPr>
            </a:lvl3pPr>
            <a:lvl4pPr marL="16002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4pPr>
            <a:lvl5pPr marL="2057400" indent="-228600">
              <a:buFont typeface="Arial" panose="020B0604020202020204" pitchFamily="34" charset="0"/>
              <a:buChar char="•"/>
              <a:defRPr sz="20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a:p>
            <a:pPr lvl="1"/>
            <a:r>
              <a:rPr lang="de-DE" dirty="0"/>
              <a:t>Zweite Ebene</a:t>
            </a:r>
          </a:p>
          <a:p>
            <a:pPr lvl="2"/>
            <a:r>
              <a:rPr lang="de-DE" dirty="0"/>
              <a:t>Dritte Ebene</a:t>
            </a:r>
          </a:p>
        </p:txBody>
      </p:sp>
      <p:sp>
        <p:nvSpPr>
          <p:cNvPr id="12" name="Fußzeilenplatzhalter 15"/>
          <p:cNvSpPr>
            <a:spLocks noGrp="1"/>
          </p:cNvSpPr>
          <p:nvPr>
            <p:ph type="ftr" sz="quarter" idx="11"/>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3" name="Foliennummernplatzhalter 16"/>
          <p:cNvSpPr>
            <a:spLocks noGrp="1"/>
          </p:cNvSpPr>
          <p:nvPr>
            <p:ph type="sldNum" sz="quarter" idx="12"/>
          </p:nvPr>
        </p:nvSpPr>
        <p:spPr>
          <a:xfrm>
            <a:off x="10991850" y="6416675"/>
            <a:ext cx="1200150" cy="365125"/>
          </a:xfrm>
        </p:spPr>
        <p:txBody>
          <a:bodyPr/>
          <a:lstStyle>
            <a:lvl1pPr algn="l">
              <a:defRPr sz="900">
                <a:solidFill>
                  <a:schemeClr val="bg1"/>
                </a:solidFill>
              </a:defRPr>
            </a:lvl1pPr>
          </a:lstStyle>
          <a:p>
            <a:pPr>
              <a:defRPr/>
            </a:pPr>
            <a:fld id="{293CF4DE-E7B9-4A39-85BA-CD29C9A68641}" type="slidenum">
              <a:rPr lang="de-DE" altLang="de-DE"/>
              <a:pPr>
                <a:defRPr/>
              </a:pPr>
              <a:t>‹#›</a:t>
            </a:fld>
            <a:endParaRPr lang="de-DE" altLang="de-DE" dirty="0"/>
          </a:p>
        </p:txBody>
      </p:sp>
      <p:sp>
        <p:nvSpPr>
          <p:cNvPr id="14" name="Datumsplatzhalter 17"/>
          <p:cNvSpPr>
            <a:spLocks noGrp="1"/>
          </p:cNvSpPr>
          <p:nvPr>
            <p:ph type="dt" sz="half" idx="13"/>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8537778B-738C-43FF-A2C4-5D339B60B481}" type="datetime1">
              <a:rPr lang="de-DE"/>
              <a:pPr>
                <a:defRPr/>
              </a:pPr>
              <a:t>13.11.2025</a:t>
            </a:fld>
            <a:endParaRPr lang="de-DE" dirty="0"/>
          </a:p>
        </p:txBody>
      </p:sp>
    </p:spTree>
    <p:extLst>
      <p:ext uri="{BB962C8B-B14F-4D97-AF65-F5344CB8AC3E}">
        <p14:creationId xmlns:p14="http://schemas.microsoft.com/office/powerpoint/2010/main" val="2207299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lie mit Platzierung zweites Logo">
    <p:spTree>
      <p:nvGrpSpPr>
        <p:cNvPr id="1" name=""/>
        <p:cNvGrpSpPr/>
        <p:nvPr/>
      </p:nvGrpSpPr>
      <p:grpSpPr>
        <a:xfrm>
          <a:off x="0" y="0"/>
          <a:ext cx="0" cy="0"/>
          <a:chOff x="0" y="0"/>
          <a:chExt cx="0" cy="0"/>
        </a:xfrm>
      </p:grpSpPr>
      <p:sp>
        <p:nvSpPr>
          <p:cNvPr id="4" name="Rechteck 18"/>
          <p:cNvSpPr>
            <a:spLocks noChangeArrowheads="1"/>
          </p:cNvSpPr>
          <p:nvPr userDrawn="1"/>
        </p:nvSpPr>
        <p:spPr bwMode="auto">
          <a:xfrm flipH="1">
            <a:off x="-6350" y="6254750"/>
            <a:ext cx="12204700" cy="60325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8" name="Rechteck 18"/>
          <p:cNvSpPr>
            <a:spLocks noChangeArrowheads="1"/>
          </p:cNvSpPr>
          <p:nvPr userDrawn="1"/>
        </p:nvSpPr>
        <p:spPr bwMode="auto">
          <a:xfrm flipH="1" flipV="1">
            <a:off x="0" y="0"/>
            <a:ext cx="9555163" cy="44450"/>
          </a:xfrm>
          <a:prstGeom prst="rect">
            <a:avLst/>
          </a:prstGeom>
          <a:solidFill>
            <a:schemeClr val="accent1"/>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Rechteck 18"/>
          <p:cNvSpPr>
            <a:spLocks noChangeArrowheads="1"/>
          </p:cNvSpPr>
          <p:nvPr userDrawn="1"/>
        </p:nvSpPr>
        <p:spPr bwMode="auto">
          <a:xfrm flipH="1" flipV="1">
            <a:off x="9551988" y="0"/>
            <a:ext cx="2640012" cy="22225"/>
          </a:xfrm>
          <a:prstGeom prst="rect">
            <a:avLst/>
          </a:prstGeom>
          <a:solidFill>
            <a:schemeClr val="accent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dirty="0">
              <a:solidFill>
                <a:srgbClr val="FFFFFF"/>
              </a:solidFill>
              <a:latin typeface="Calibri" panose="020F0502020204030204" pitchFamily="34" charset="0"/>
            </a:endParaRPr>
          </a:p>
        </p:txBody>
      </p:sp>
      <p:pic>
        <p:nvPicPr>
          <p:cNvPr id="10" name="Bild 1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48963" y="388938"/>
            <a:ext cx="110807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Gerade Verbindung 15"/>
          <p:cNvCxnSpPr/>
          <p:nvPr userDrawn="1"/>
        </p:nvCxnSpPr>
        <p:spPr>
          <a:xfrm rot="5400000">
            <a:off x="10156825" y="593725"/>
            <a:ext cx="522288" cy="1588"/>
          </a:xfrm>
          <a:prstGeom prst="line">
            <a:avLst/>
          </a:prstGeom>
          <a:ln w="6350" cap="flat" cmpd="sng" algn="ctr">
            <a:solidFill>
              <a:schemeClr val="bg1">
                <a:lumMod val="7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7" name="Textplatzhalter 26"/>
          <p:cNvSpPr>
            <a:spLocks noGrp="1"/>
          </p:cNvSpPr>
          <p:nvPr>
            <p:ph type="body" sz="quarter" idx="10"/>
          </p:nvPr>
        </p:nvSpPr>
        <p:spPr>
          <a:xfrm>
            <a:off x="397933" y="349044"/>
            <a:ext cx="7714291" cy="685800"/>
          </a:xfrm>
          <a:prstGeom prst="rect">
            <a:avLst/>
          </a:prstGeom>
        </p:spPr>
        <p:txBody>
          <a:bodyPr vert="horz"/>
          <a:lstStyle>
            <a:lvl1pPr marL="0" indent="0">
              <a:buFont typeface="Lucida Grande"/>
              <a:buNone/>
              <a:defRPr sz="3000">
                <a:solidFill>
                  <a:schemeClr val="tx2"/>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6" name="Textplatzhalter 28"/>
          <p:cNvSpPr>
            <a:spLocks noGrp="1"/>
          </p:cNvSpPr>
          <p:nvPr>
            <p:ph type="body" sz="quarter" idx="11"/>
          </p:nvPr>
        </p:nvSpPr>
        <p:spPr>
          <a:xfrm>
            <a:off x="1630030" y="1350048"/>
            <a:ext cx="9163384" cy="4495800"/>
          </a:xfrm>
          <a:prstGeom prst="rect">
            <a:avLst/>
          </a:prstGeom>
        </p:spPr>
        <p:txBody>
          <a:bodyPr vert="horz" lIns="0"/>
          <a:lstStyle>
            <a:lvl1pPr marL="0" marR="0" indent="-342900" algn="l" defTabSz="457200" rtl="0" eaLnBrk="0" fontAlgn="base" latinLnBrk="0" hangingPunct="0">
              <a:lnSpc>
                <a:spcPct val="150000"/>
              </a:lnSpc>
              <a:spcBef>
                <a:spcPct val="20000"/>
              </a:spcBef>
              <a:spcAft>
                <a:spcPct val="0"/>
              </a:spcAft>
              <a:buClrTx/>
              <a:buSzTx/>
              <a:buFontTx/>
              <a:buNone/>
              <a:tabLst/>
              <a:defRPr sz="2400">
                <a:solidFill>
                  <a:schemeClr val="tx2"/>
                </a:solidFill>
                <a:latin typeface="Segoe UI" panose="020B0502040204020203" pitchFamily="34" charset="0"/>
                <a:cs typeface="Segoe UI" panose="020B0502040204020203" pitchFamily="34" charset="0"/>
              </a:defRPr>
            </a:lvl1pPr>
            <a:lvl2pPr marL="457200" indent="0" algn="l">
              <a:buFontTx/>
              <a:buNone/>
              <a:defRPr sz="1800">
                <a:solidFill>
                  <a:schemeClr val="tx2"/>
                </a:solidFill>
                <a:latin typeface="Segoe UI" panose="020B0502040204020203" pitchFamily="34" charset="0"/>
                <a:cs typeface="Segoe UI" panose="020B0502040204020203" pitchFamily="34" charset="0"/>
              </a:defRPr>
            </a:lvl2pPr>
            <a:lvl3pPr marL="914400" indent="0" algn="l">
              <a:buFontTx/>
              <a:buNone/>
              <a:defRPr sz="1800">
                <a:solidFill>
                  <a:schemeClr val="tx2"/>
                </a:solidFill>
                <a:latin typeface="Segoe UI" panose="020B0502040204020203" pitchFamily="34" charset="0"/>
                <a:cs typeface="Segoe UI" panose="020B0502040204020203" pitchFamily="34" charset="0"/>
              </a:defRPr>
            </a:lvl3pPr>
            <a:lvl4pPr marL="1371600" indent="0" algn="l">
              <a:buFontTx/>
              <a:buNone/>
              <a:defRPr sz="1800">
                <a:solidFill>
                  <a:schemeClr val="tx2"/>
                </a:solidFill>
                <a:latin typeface="Segoe UI" panose="020B0502040204020203" pitchFamily="34" charset="0"/>
                <a:cs typeface="Segoe UI" panose="020B0502040204020203" pitchFamily="34" charset="0"/>
              </a:defRPr>
            </a:lvl4pPr>
            <a:lvl5pPr marL="1828800" indent="0" algn="l">
              <a:buFontTx/>
              <a:buNone/>
              <a:defRPr sz="1800">
                <a:solidFill>
                  <a:schemeClr val="tx2"/>
                </a:solidFill>
                <a:latin typeface="Segoe UI" panose="020B0502040204020203" pitchFamily="34" charset="0"/>
                <a:cs typeface="Segoe UI" panose="020B0502040204020203" pitchFamily="34" charset="0"/>
              </a:defRPr>
            </a:lvl5pPr>
          </a:lstStyle>
          <a:p>
            <a:pPr lvl="0"/>
            <a:r>
              <a:rPr lang="de-DE" dirty="0"/>
              <a:t>Formatvorlagen des Textmasters bearbeiten</a:t>
            </a:r>
          </a:p>
        </p:txBody>
      </p:sp>
      <p:sp>
        <p:nvSpPr>
          <p:cNvPr id="12" name="Fußzeilenplatzhalter 15"/>
          <p:cNvSpPr>
            <a:spLocks noGrp="1"/>
          </p:cNvSpPr>
          <p:nvPr>
            <p:ph type="ftr" sz="quarter" idx="12"/>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3" name="Foliennummernplatzhalter 16"/>
          <p:cNvSpPr>
            <a:spLocks noGrp="1"/>
          </p:cNvSpPr>
          <p:nvPr>
            <p:ph type="sldNum" sz="quarter" idx="13"/>
          </p:nvPr>
        </p:nvSpPr>
        <p:spPr>
          <a:xfrm>
            <a:off x="10991850" y="6416675"/>
            <a:ext cx="1200150" cy="365125"/>
          </a:xfrm>
        </p:spPr>
        <p:txBody>
          <a:bodyPr/>
          <a:lstStyle>
            <a:lvl1pPr algn="l">
              <a:defRPr sz="900">
                <a:solidFill>
                  <a:schemeClr val="bg1"/>
                </a:solidFill>
              </a:defRPr>
            </a:lvl1pPr>
          </a:lstStyle>
          <a:p>
            <a:pPr>
              <a:defRPr/>
            </a:pPr>
            <a:fld id="{6CD1FB83-203C-41EE-8C47-FF8D51B47D55}" type="slidenum">
              <a:rPr lang="de-DE" altLang="de-DE"/>
              <a:pPr>
                <a:defRPr/>
              </a:pPr>
              <a:t>‹#›</a:t>
            </a:fld>
            <a:endParaRPr lang="de-DE" altLang="de-DE" dirty="0"/>
          </a:p>
        </p:txBody>
      </p:sp>
      <p:sp>
        <p:nvSpPr>
          <p:cNvPr id="14" name="Datumsplatzhalter 17"/>
          <p:cNvSpPr>
            <a:spLocks noGrp="1"/>
          </p:cNvSpPr>
          <p:nvPr>
            <p:ph type="dt" sz="half" idx="14"/>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A2135F4D-23CC-4BAA-8889-F01A349FB3F8}" type="datetime1">
              <a:rPr lang="de-DE"/>
              <a:pPr>
                <a:defRPr/>
              </a:pPr>
              <a:t>13.11.2025</a:t>
            </a:fld>
            <a:endParaRPr lang="de-DE" dirty="0"/>
          </a:p>
        </p:txBody>
      </p:sp>
    </p:spTree>
    <p:extLst>
      <p:ext uri="{BB962C8B-B14F-4D97-AF65-F5344CB8AC3E}">
        <p14:creationId xmlns:p14="http://schemas.microsoft.com/office/powerpoint/2010/main" val="4000269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rennfolie 1 - Gelbgrün">
    <p:spTree>
      <p:nvGrpSpPr>
        <p:cNvPr id="1" name=""/>
        <p:cNvGrpSpPr/>
        <p:nvPr/>
      </p:nvGrpSpPr>
      <p:grpSpPr>
        <a:xfrm>
          <a:off x="0" y="0"/>
          <a:ext cx="0" cy="0"/>
          <a:chOff x="0" y="0"/>
          <a:chExt cx="0" cy="0"/>
        </a:xfrm>
      </p:grpSpPr>
      <p:sp>
        <p:nvSpPr>
          <p:cNvPr id="11" name="Rechteck 10"/>
          <p:cNvSpPr/>
          <p:nvPr userDrawn="1"/>
        </p:nvSpPr>
        <p:spPr>
          <a:xfrm>
            <a:off x="0" y="2740"/>
            <a:ext cx="12192000" cy="6262688"/>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3" name="Rechteck 18"/>
          <p:cNvSpPr>
            <a:spLocks noChangeArrowheads="1"/>
          </p:cNvSpPr>
          <p:nvPr userDrawn="1"/>
        </p:nvSpPr>
        <p:spPr bwMode="auto">
          <a:xfrm flipH="1">
            <a:off x="0" y="6261100"/>
            <a:ext cx="12192000" cy="59690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4"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10" name="Textplatzhalter 26"/>
          <p:cNvSpPr>
            <a:spLocks noGrp="1"/>
          </p:cNvSpPr>
          <p:nvPr>
            <p:ph type="body" sz="quarter" idx="13"/>
          </p:nvPr>
        </p:nvSpPr>
        <p:spPr>
          <a:xfrm>
            <a:off x="0" y="2745414"/>
            <a:ext cx="12203113" cy="695618"/>
          </a:xfrm>
          <a:prstGeom prst="rect">
            <a:avLst/>
          </a:prstGeom>
        </p:spPr>
        <p:txBody>
          <a:bodyPr vert="horz"/>
          <a:lstStyle>
            <a:lvl1pPr marL="0" indent="0" algn="ctr">
              <a:buFont typeface="Lucida Grande"/>
              <a:buNone/>
              <a:defRPr sz="3000">
                <a:solidFill>
                  <a:srgbClr val="01283F"/>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7" name="Fußzeilenplatzhalter 15"/>
          <p:cNvSpPr>
            <a:spLocks noGrp="1"/>
          </p:cNvSpPr>
          <p:nvPr>
            <p:ph type="ftr" sz="quarter" idx="14"/>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8" name="Foliennummernplatzhalter 16"/>
          <p:cNvSpPr>
            <a:spLocks noGrp="1"/>
          </p:cNvSpPr>
          <p:nvPr>
            <p:ph type="sldNum" sz="quarter" idx="15"/>
          </p:nvPr>
        </p:nvSpPr>
        <p:spPr>
          <a:xfrm>
            <a:off x="10991850" y="6416675"/>
            <a:ext cx="1200150" cy="365125"/>
          </a:xfrm>
        </p:spPr>
        <p:txBody>
          <a:bodyPr/>
          <a:lstStyle>
            <a:lvl1pPr algn="l">
              <a:defRPr sz="900">
                <a:solidFill>
                  <a:schemeClr val="bg1"/>
                </a:solidFill>
              </a:defRPr>
            </a:lvl1pPr>
          </a:lstStyle>
          <a:p>
            <a:pPr>
              <a:defRPr/>
            </a:pPr>
            <a:fld id="{DE08903F-90EC-4A68-9771-93E1A14EF685}" type="slidenum">
              <a:rPr lang="de-DE" altLang="de-DE"/>
              <a:pPr>
                <a:defRPr/>
              </a:pPr>
              <a:t>‹#›</a:t>
            </a:fld>
            <a:endParaRPr lang="de-DE" altLang="de-DE" dirty="0"/>
          </a:p>
        </p:txBody>
      </p:sp>
      <p:sp>
        <p:nvSpPr>
          <p:cNvPr id="9" name="Datumsplatzhalter 17"/>
          <p:cNvSpPr>
            <a:spLocks noGrp="1"/>
          </p:cNvSpPr>
          <p:nvPr>
            <p:ph type="dt" sz="half" idx="16"/>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066860AB-BFA1-491A-8EF6-6D0ADBE81FA7}" type="datetime1">
              <a:rPr lang="de-DE"/>
              <a:pPr>
                <a:defRPr/>
              </a:pPr>
              <a:t>13.11.2025</a:t>
            </a:fld>
            <a:endParaRPr lang="de-DE" dirty="0"/>
          </a:p>
        </p:txBody>
      </p:sp>
    </p:spTree>
    <p:extLst>
      <p:ext uri="{BB962C8B-B14F-4D97-AF65-F5344CB8AC3E}">
        <p14:creationId xmlns:p14="http://schemas.microsoft.com/office/powerpoint/2010/main" val="3015594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ennfolie 2 - Rot">
    <p:spTree>
      <p:nvGrpSpPr>
        <p:cNvPr id="1" name=""/>
        <p:cNvGrpSpPr/>
        <p:nvPr/>
      </p:nvGrpSpPr>
      <p:grpSpPr>
        <a:xfrm>
          <a:off x="0" y="0"/>
          <a:ext cx="0" cy="0"/>
          <a:chOff x="0" y="0"/>
          <a:chExt cx="0" cy="0"/>
        </a:xfrm>
      </p:grpSpPr>
      <p:sp>
        <p:nvSpPr>
          <p:cNvPr id="22" name="Rechteck 21"/>
          <p:cNvSpPr/>
          <p:nvPr userDrawn="1"/>
        </p:nvSpPr>
        <p:spPr>
          <a:xfrm>
            <a:off x="0" y="0"/>
            <a:ext cx="12192000" cy="626268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14" name="Rechteck 18"/>
          <p:cNvSpPr>
            <a:spLocks noChangeArrowheads="1"/>
          </p:cNvSpPr>
          <p:nvPr userDrawn="1"/>
        </p:nvSpPr>
        <p:spPr bwMode="auto">
          <a:xfrm flipH="1">
            <a:off x="0" y="6261100"/>
            <a:ext cx="12192000" cy="59690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1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18" name="Textplatzhalter 26"/>
          <p:cNvSpPr>
            <a:spLocks noGrp="1"/>
          </p:cNvSpPr>
          <p:nvPr>
            <p:ph type="body" sz="quarter" idx="13"/>
          </p:nvPr>
        </p:nvSpPr>
        <p:spPr>
          <a:xfrm>
            <a:off x="4499" y="2745412"/>
            <a:ext cx="12198614" cy="695619"/>
          </a:xfrm>
          <a:prstGeom prst="rect">
            <a:avLst/>
          </a:prstGeom>
        </p:spPr>
        <p:txBody>
          <a:bodyPr vert="horz"/>
          <a:lstStyle>
            <a:lvl1pPr marL="0" indent="0" algn="ctr">
              <a:buFont typeface="Lucida Grande"/>
              <a:buNone/>
              <a:defRPr sz="3000">
                <a:solidFill>
                  <a:schemeClr val="bg1"/>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9" name="Fußzeilenplatzhalter 15"/>
          <p:cNvSpPr>
            <a:spLocks noGrp="1"/>
          </p:cNvSpPr>
          <p:nvPr>
            <p:ph type="ftr" sz="quarter" idx="14"/>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20" name="Foliennummernplatzhalter 16"/>
          <p:cNvSpPr>
            <a:spLocks noGrp="1"/>
          </p:cNvSpPr>
          <p:nvPr>
            <p:ph type="sldNum" sz="quarter" idx="15"/>
          </p:nvPr>
        </p:nvSpPr>
        <p:spPr>
          <a:xfrm>
            <a:off x="10991850" y="6416675"/>
            <a:ext cx="1200150" cy="365125"/>
          </a:xfrm>
        </p:spPr>
        <p:txBody>
          <a:bodyPr/>
          <a:lstStyle>
            <a:lvl1pPr algn="l">
              <a:defRPr sz="900">
                <a:solidFill>
                  <a:schemeClr val="bg1"/>
                </a:solidFill>
              </a:defRPr>
            </a:lvl1pPr>
          </a:lstStyle>
          <a:p>
            <a:pPr>
              <a:defRPr/>
            </a:pPr>
            <a:fld id="{DE08903F-90EC-4A68-9771-93E1A14EF685}" type="slidenum">
              <a:rPr lang="de-DE" altLang="de-DE"/>
              <a:pPr>
                <a:defRPr/>
              </a:pPr>
              <a:t>‹#›</a:t>
            </a:fld>
            <a:endParaRPr lang="de-DE" altLang="de-DE" dirty="0"/>
          </a:p>
        </p:txBody>
      </p:sp>
      <p:sp>
        <p:nvSpPr>
          <p:cNvPr id="21" name="Datumsplatzhalter 17"/>
          <p:cNvSpPr>
            <a:spLocks noGrp="1"/>
          </p:cNvSpPr>
          <p:nvPr>
            <p:ph type="dt" sz="half" idx="16"/>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066860AB-BFA1-491A-8EF6-6D0ADBE81FA7}" type="datetime1">
              <a:rPr lang="de-DE"/>
              <a:pPr>
                <a:defRPr/>
              </a:pPr>
              <a:t>13.11.2025</a:t>
            </a:fld>
            <a:endParaRPr lang="de-DE" dirty="0"/>
          </a:p>
        </p:txBody>
      </p:sp>
    </p:spTree>
    <p:extLst>
      <p:ext uri="{BB962C8B-B14F-4D97-AF65-F5344CB8AC3E}">
        <p14:creationId xmlns:p14="http://schemas.microsoft.com/office/powerpoint/2010/main" val="4109964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ennfolie 3 - Blauschwarz">
    <p:spTree>
      <p:nvGrpSpPr>
        <p:cNvPr id="1" name=""/>
        <p:cNvGrpSpPr/>
        <p:nvPr/>
      </p:nvGrpSpPr>
      <p:grpSpPr>
        <a:xfrm>
          <a:off x="0" y="0"/>
          <a:ext cx="0" cy="0"/>
          <a:chOff x="0" y="0"/>
          <a:chExt cx="0" cy="0"/>
        </a:xfrm>
      </p:grpSpPr>
      <p:sp>
        <p:nvSpPr>
          <p:cNvPr id="22" name="Rechteck 21"/>
          <p:cNvSpPr/>
          <p:nvPr userDrawn="1"/>
        </p:nvSpPr>
        <p:spPr>
          <a:xfrm>
            <a:off x="0" y="0"/>
            <a:ext cx="12192000" cy="6262688"/>
          </a:xfrm>
          <a:prstGeom prst="rect">
            <a:avLst/>
          </a:prstGeom>
          <a:solidFill>
            <a:srgbClr val="01283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de-DE"/>
          </a:p>
        </p:txBody>
      </p:sp>
      <p:sp>
        <p:nvSpPr>
          <p:cNvPr id="14" name="Rechteck 18"/>
          <p:cNvSpPr>
            <a:spLocks noChangeArrowheads="1"/>
          </p:cNvSpPr>
          <p:nvPr userDrawn="1"/>
        </p:nvSpPr>
        <p:spPr bwMode="auto">
          <a:xfrm flipH="1">
            <a:off x="0" y="6261100"/>
            <a:ext cx="12192000" cy="59690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15"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7"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18" name="Textplatzhalter 26"/>
          <p:cNvSpPr>
            <a:spLocks noGrp="1"/>
          </p:cNvSpPr>
          <p:nvPr>
            <p:ph type="body" sz="quarter" idx="13"/>
          </p:nvPr>
        </p:nvSpPr>
        <p:spPr>
          <a:xfrm>
            <a:off x="4499" y="2745412"/>
            <a:ext cx="12198614" cy="695619"/>
          </a:xfrm>
          <a:prstGeom prst="rect">
            <a:avLst/>
          </a:prstGeom>
        </p:spPr>
        <p:txBody>
          <a:bodyPr vert="horz"/>
          <a:lstStyle>
            <a:lvl1pPr marL="0" indent="0" algn="ctr">
              <a:buFont typeface="Lucida Grande"/>
              <a:buNone/>
              <a:defRPr sz="3000">
                <a:solidFill>
                  <a:schemeClr val="bg1"/>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9" name="Fußzeilenplatzhalter 15"/>
          <p:cNvSpPr>
            <a:spLocks noGrp="1"/>
          </p:cNvSpPr>
          <p:nvPr>
            <p:ph type="ftr" sz="quarter" idx="14"/>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20" name="Foliennummernplatzhalter 16"/>
          <p:cNvSpPr>
            <a:spLocks noGrp="1"/>
          </p:cNvSpPr>
          <p:nvPr>
            <p:ph type="sldNum" sz="quarter" idx="15"/>
          </p:nvPr>
        </p:nvSpPr>
        <p:spPr>
          <a:xfrm>
            <a:off x="10991850" y="6416675"/>
            <a:ext cx="1200150" cy="365125"/>
          </a:xfrm>
        </p:spPr>
        <p:txBody>
          <a:bodyPr/>
          <a:lstStyle>
            <a:lvl1pPr algn="l">
              <a:defRPr sz="900">
                <a:solidFill>
                  <a:schemeClr val="bg1"/>
                </a:solidFill>
              </a:defRPr>
            </a:lvl1pPr>
          </a:lstStyle>
          <a:p>
            <a:pPr>
              <a:defRPr/>
            </a:pPr>
            <a:fld id="{DE08903F-90EC-4A68-9771-93E1A14EF685}" type="slidenum">
              <a:rPr lang="de-DE" altLang="de-DE"/>
              <a:pPr>
                <a:defRPr/>
              </a:pPr>
              <a:t>‹#›</a:t>
            </a:fld>
            <a:endParaRPr lang="de-DE" altLang="de-DE" dirty="0"/>
          </a:p>
        </p:txBody>
      </p:sp>
      <p:sp>
        <p:nvSpPr>
          <p:cNvPr id="21" name="Datumsplatzhalter 17"/>
          <p:cNvSpPr>
            <a:spLocks noGrp="1"/>
          </p:cNvSpPr>
          <p:nvPr>
            <p:ph type="dt" sz="half" idx="16"/>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066860AB-BFA1-491A-8EF6-6D0ADBE81FA7}" type="datetime1">
              <a:rPr lang="de-DE"/>
              <a:pPr>
                <a:defRPr/>
              </a:pPr>
              <a:t>13.11.2025</a:t>
            </a:fld>
            <a:endParaRPr lang="de-DE" dirty="0"/>
          </a:p>
        </p:txBody>
      </p:sp>
    </p:spTree>
    <p:extLst>
      <p:ext uri="{BB962C8B-B14F-4D97-AF65-F5344CB8AC3E}">
        <p14:creationId xmlns:p14="http://schemas.microsoft.com/office/powerpoint/2010/main" val="1887705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ennfolie 4 - Eule angeschnitten positiv weiß">
    <p:spTree>
      <p:nvGrpSpPr>
        <p:cNvPr id="1" name=""/>
        <p:cNvGrpSpPr/>
        <p:nvPr/>
      </p:nvGrpSpPr>
      <p:grpSpPr>
        <a:xfrm>
          <a:off x="0" y="0"/>
          <a:ext cx="0" cy="0"/>
          <a:chOff x="0" y="0"/>
          <a:chExt cx="0" cy="0"/>
        </a:xfrm>
      </p:grpSpPr>
      <p:sp>
        <p:nvSpPr>
          <p:cNvPr id="5" name="Rechteck 18"/>
          <p:cNvSpPr>
            <a:spLocks noChangeArrowheads="1"/>
          </p:cNvSpPr>
          <p:nvPr userDrawn="1"/>
        </p:nvSpPr>
        <p:spPr bwMode="auto">
          <a:xfrm flipH="1">
            <a:off x="0" y="6261100"/>
            <a:ext cx="12192000" cy="596900"/>
          </a:xfrm>
          <a:prstGeom prst="rect">
            <a:avLst/>
          </a:prstGeom>
          <a:solidFill>
            <a:schemeClr val="tx2"/>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cxnSp>
        <p:nvCxnSpPr>
          <p:cNvPr id="6" name="Gerade Verbindung 14"/>
          <p:cNvCxnSpPr/>
          <p:nvPr userDrawn="1"/>
        </p:nvCxnSpPr>
        <p:spPr>
          <a:xfrm rot="5400000">
            <a:off x="1367632" y="6595269"/>
            <a:ext cx="522287" cy="3175"/>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 name="Gerade Verbindung 15"/>
          <p:cNvCxnSpPr/>
          <p:nvPr userDrawn="1"/>
        </p:nvCxnSpPr>
        <p:spPr>
          <a:xfrm rot="5400000">
            <a:off x="10541000" y="6596063"/>
            <a:ext cx="522287" cy="1588"/>
          </a:xfrm>
          <a:prstGeom prst="line">
            <a:avLst/>
          </a:prstGeom>
          <a:ln w="6350"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 name="Rechteck 18"/>
          <p:cNvSpPr>
            <a:spLocks noChangeArrowheads="1"/>
          </p:cNvSpPr>
          <p:nvPr userDrawn="1"/>
        </p:nvSpPr>
        <p:spPr bwMode="auto">
          <a:xfrm flipH="1">
            <a:off x="0" y="6261100"/>
            <a:ext cx="12203113" cy="53975"/>
          </a:xfrm>
          <a:prstGeom prst="rect">
            <a:avLst/>
          </a:prstGeom>
          <a:solidFill>
            <a:schemeClr val="accent3"/>
          </a:solidFill>
          <a:ln>
            <a:noFill/>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de-DE" altLang="de-DE">
              <a:solidFill>
                <a:srgbClr val="FFFFFF"/>
              </a:solidFill>
              <a:latin typeface="Calibri" panose="020F0502020204030204" pitchFamily="34" charset="0"/>
            </a:endParaRPr>
          </a:p>
        </p:txBody>
      </p:sp>
      <p:sp>
        <p:nvSpPr>
          <p:cNvPr id="9" name="Textplatzhalter 26"/>
          <p:cNvSpPr>
            <a:spLocks noGrp="1"/>
          </p:cNvSpPr>
          <p:nvPr>
            <p:ph type="body" sz="quarter" idx="13"/>
          </p:nvPr>
        </p:nvSpPr>
        <p:spPr>
          <a:xfrm>
            <a:off x="4499" y="2745412"/>
            <a:ext cx="12187501" cy="695619"/>
          </a:xfrm>
          <a:prstGeom prst="rect">
            <a:avLst/>
          </a:prstGeom>
        </p:spPr>
        <p:txBody>
          <a:bodyPr vert="horz"/>
          <a:lstStyle>
            <a:lvl1pPr marL="0" indent="0" algn="ctr">
              <a:buFont typeface="Lucida Grande"/>
              <a:buNone/>
              <a:defRPr sz="3000">
                <a:solidFill>
                  <a:srgbClr val="19406B"/>
                </a:solidFill>
                <a:latin typeface="Segoe UI" panose="020B0502040204020203" pitchFamily="34" charset="0"/>
                <a:cs typeface="Segoe UI" panose="020B0502040204020203" pitchFamily="34" charset="0"/>
              </a:defRPr>
            </a:lvl1pPr>
            <a:lvl2pPr>
              <a:defRPr sz="900">
                <a:latin typeface="Verdana"/>
                <a:cs typeface="Verdana"/>
              </a:defRPr>
            </a:lvl2pPr>
            <a:lvl3pPr>
              <a:defRPr sz="900">
                <a:latin typeface="Verdana"/>
                <a:cs typeface="Verdana"/>
              </a:defRPr>
            </a:lvl3pPr>
            <a:lvl4pPr>
              <a:defRPr sz="900">
                <a:latin typeface="Verdana"/>
                <a:cs typeface="Verdana"/>
              </a:defRPr>
            </a:lvl4pPr>
            <a:lvl5pPr>
              <a:defRPr sz="900">
                <a:latin typeface="Verdana"/>
                <a:cs typeface="Verdana"/>
              </a:defRPr>
            </a:lvl5pPr>
          </a:lstStyle>
          <a:p>
            <a:pPr lvl="0"/>
            <a:r>
              <a:rPr lang="en-US" dirty="0"/>
              <a:t>Textmasterformate durch Klicken bearbeiten</a:t>
            </a:r>
          </a:p>
        </p:txBody>
      </p:sp>
      <p:sp>
        <p:nvSpPr>
          <p:cNvPr id="10" name="Fußzeilenplatzhalter 15"/>
          <p:cNvSpPr>
            <a:spLocks noGrp="1"/>
          </p:cNvSpPr>
          <p:nvPr>
            <p:ph type="ftr" sz="quarter" idx="14"/>
          </p:nvPr>
        </p:nvSpPr>
        <p:spPr>
          <a:xfrm>
            <a:off x="1625600" y="6416675"/>
            <a:ext cx="8985250" cy="365125"/>
          </a:xfrm>
        </p:spPr>
        <p:txBody>
          <a:bodyPr rtlCol="0"/>
          <a:lstStyle>
            <a:lvl1pPr algn="l">
              <a:defRPr sz="900">
                <a:solidFill>
                  <a:schemeClr val="bg1"/>
                </a:solidFill>
              </a:defRPr>
            </a:lvl1pPr>
          </a:lstStyle>
          <a:p>
            <a:pPr>
              <a:defRPr/>
            </a:pPr>
            <a:endParaRPr lang="de-DE"/>
          </a:p>
        </p:txBody>
      </p:sp>
      <p:sp>
        <p:nvSpPr>
          <p:cNvPr id="11" name="Foliennummernplatzhalter 16"/>
          <p:cNvSpPr>
            <a:spLocks noGrp="1"/>
          </p:cNvSpPr>
          <p:nvPr>
            <p:ph type="sldNum" sz="quarter" idx="15"/>
          </p:nvPr>
        </p:nvSpPr>
        <p:spPr>
          <a:xfrm>
            <a:off x="10991850" y="6416675"/>
            <a:ext cx="1200150" cy="365125"/>
          </a:xfrm>
        </p:spPr>
        <p:txBody>
          <a:bodyPr/>
          <a:lstStyle>
            <a:lvl1pPr algn="l">
              <a:defRPr sz="900">
                <a:solidFill>
                  <a:schemeClr val="bg1"/>
                </a:solidFill>
              </a:defRPr>
            </a:lvl1pPr>
          </a:lstStyle>
          <a:p>
            <a:pPr>
              <a:defRPr/>
            </a:pPr>
            <a:fld id="{DE08903F-90EC-4A68-9771-93E1A14EF685}" type="slidenum">
              <a:rPr lang="de-DE" altLang="de-DE"/>
              <a:pPr>
                <a:defRPr/>
              </a:pPr>
              <a:t>‹#›</a:t>
            </a:fld>
            <a:endParaRPr lang="de-DE" altLang="de-DE" dirty="0"/>
          </a:p>
        </p:txBody>
      </p:sp>
      <p:sp>
        <p:nvSpPr>
          <p:cNvPr id="12" name="Datumsplatzhalter 17"/>
          <p:cNvSpPr>
            <a:spLocks noGrp="1"/>
          </p:cNvSpPr>
          <p:nvPr>
            <p:ph type="dt" sz="half" idx="16"/>
          </p:nvPr>
        </p:nvSpPr>
        <p:spPr>
          <a:xfrm>
            <a:off x="398463" y="6424613"/>
            <a:ext cx="1227137" cy="357187"/>
          </a:xfrm>
        </p:spPr>
        <p:txBody>
          <a:bodyPr rtlCol="0"/>
          <a:lstStyle>
            <a:lvl1pPr algn="r">
              <a:defRPr sz="900">
                <a:solidFill>
                  <a:schemeClr val="bg1"/>
                </a:solidFill>
                <a:latin typeface="Segoe UI" panose="020B0502040204020203" pitchFamily="34" charset="0"/>
                <a:cs typeface="Segoe UI" panose="020B0502040204020203" pitchFamily="34" charset="0"/>
              </a:defRPr>
            </a:lvl1pPr>
          </a:lstStyle>
          <a:p>
            <a:pPr>
              <a:defRPr/>
            </a:pPr>
            <a:fld id="{066860AB-BFA1-491A-8EF6-6D0ADBE81FA7}" type="datetime1">
              <a:rPr lang="de-DE"/>
              <a:pPr>
                <a:defRPr/>
              </a:pPr>
              <a:t>13.11.2025</a:t>
            </a:fld>
            <a:endParaRPr lang="de-DE" dirty="0"/>
          </a:p>
        </p:txBody>
      </p:sp>
      <p:pic>
        <p:nvPicPr>
          <p:cNvPr id="3" name="Grafik 9"/>
          <p:cNvPicPr>
            <a:picLocks noChangeAspect="1"/>
          </p:cNvPicPr>
          <p:nvPr userDrawn="1"/>
        </p:nvPicPr>
        <p:blipFill>
          <a:blip r:embed="rId2">
            <a:extLst>
              <a:ext uri="{28A0092B-C50C-407E-A947-70E740481C1C}">
                <a14:useLocalDpi xmlns:a14="http://schemas.microsoft.com/office/drawing/2010/main" val="0"/>
              </a:ext>
            </a:extLst>
          </a:blip>
          <a:srcRect l="-1607" b="54561"/>
          <a:stretch>
            <a:fillRect/>
          </a:stretch>
        </p:blipFill>
        <p:spPr bwMode="auto">
          <a:xfrm>
            <a:off x="3718823" y="3871866"/>
            <a:ext cx="4758853" cy="2388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6553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629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bschlußfolie">
    <p:spTree>
      <p:nvGrpSpPr>
        <p:cNvPr id="1" name=""/>
        <p:cNvGrpSpPr/>
        <p:nvPr/>
      </p:nvGrpSpPr>
      <p:grpSpPr>
        <a:xfrm>
          <a:off x="0" y="0"/>
          <a:ext cx="0" cy="0"/>
          <a:chOff x="0" y="0"/>
          <a:chExt cx="0" cy="0"/>
        </a:xfrm>
      </p:grpSpPr>
      <p:pic>
        <p:nvPicPr>
          <p:cNvPr id="3" name="Grafik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105275" y="1774825"/>
            <a:ext cx="3986213"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el 1"/>
          <p:cNvSpPr>
            <a:spLocks noGrp="1"/>
          </p:cNvSpPr>
          <p:nvPr>
            <p:ph type="ctrTitle"/>
          </p:nvPr>
        </p:nvSpPr>
        <p:spPr>
          <a:xfrm>
            <a:off x="0" y="3957214"/>
            <a:ext cx="12192000" cy="576064"/>
          </a:xfrm>
          <a:prstGeom prst="rect">
            <a:avLst/>
          </a:prstGeom>
          <a:noFill/>
        </p:spPr>
        <p:txBody>
          <a:bodyPr/>
          <a:lstStyle>
            <a:lvl1pPr algn="ctr">
              <a:defRPr sz="3600">
                <a:solidFill>
                  <a:schemeClr val="tx2"/>
                </a:solidFill>
                <a:latin typeface="Segoe UI" panose="020B0502040204020203" pitchFamily="34" charset="0"/>
                <a:cs typeface="Segoe UI" panose="020B0502040204020203" pitchFamily="34" charset="0"/>
              </a:defRPr>
            </a:lvl1pPr>
          </a:lstStyle>
          <a:p>
            <a:r>
              <a:rPr lang="de-DE" dirty="0"/>
              <a:t>Titelmasterformat durch Klicken bearbeiten</a:t>
            </a:r>
          </a:p>
        </p:txBody>
      </p:sp>
    </p:spTree>
    <p:extLst>
      <p:ext uri="{BB962C8B-B14F-4D97-AF65-F5344CB8AC3E}">
        <p14:creationId xmlns:p14="http://schemas.microsoft.com/office/powerpoint/2010/main" val="3744589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Datumsplatzhalter 3"/>
          <p:cNvSpPr>
            <a:spLocks noGrp="1"/>
          </p:cNvSpPr>
          <p:nvPr>
            <p:ph type="dt" sz="half" idx="2"/>
          </p:nvPr>
        </p:nvSpPr>
        <p:spPr>
          <a:xfrm>
            <a:off x="609600" y="6356350"/>
            <a:ext cx="2844800" cy="365125"/>
          </a:xfrm>
          <a:prstGeom prst="rect">
            <a:avLst/>
          </a:prstGeom>
        </p:spPr>
        <p:txBody>
          <a:bodyPr vert="horz" wrap="square" lIns="91440" tIns="45720" rIns="91440" bIns="45720" numCol="1" anchor="ctr" anchorCtr="0" compatLnSpc="1">
            <a:prstTxWarp prst="textNoShape">
              <a:avLst/>
            </a:prstTxWarp>
          </a:bodyPr>
          <a:lstStyle>
            <a:lvl1pPr eaLnBrk="1" fontAlgn="auto" hangingPunct="1">
              <a:spcBef>
                <a:spcPts val="0"/>
              </a:spcBef>
              <a:spcAft>
                <a:spcPts val="0"/>
              </a:spcAft>
              <a:defRPr sz="1200">
                <a:solidFill>
                  <a:schemeClr val="tx1">
                    <a:lumMod val="75000"/>
                    <a:lumOff val="25000"/>
                  </a:schemeClr>
                </a:solidFill>
                <a:latin typeface="Segoe UI" panose="020B0502040204020203" pitchFamily="34" charset="0"/>
                <a:cs typeface="Segoe UI" panose="020B0502040204020203" pitchFamily="34" charset="0"/>
              </a:defRPr>
            </a:lvl1pPr>
          </a:lstStyle>
          <a:p>
            <a:pPr>
              <a:defRPr/>
            </a:pPr>
            <a:r>
              <a:rPr lang="de-DE"/>
              <a:t>Datum</a:t>
            </a:r>
          </a:p>
        </p:txBody>
      </p:sp>
      <p:sp>
        <p:nvSpPr>
          <p:cNvPr id="14" name="Fußzeilenplatzhalter 4"/>
          <p:cNvSpPr>
            <a:spLocks noGrp="1"/>
          </p:cNvSpPr>
          <p:nvPr>
            <p:ph type="ftr" sz="quarter" idx="3"/>
          </p:nvPr>
        </p:nvSpPr>
        <p:spPr>
          <a:xfrm>
            <a:off x="4165600" y="6356350"/>
            <a:ext cx="3860800" cy="365125"/>
          </a:xfrm>
          <a:prstGeom prst="rect">
            <a:avLst/>
          </a:prstGeom>
        </p:spPr>
        <p:txBody>
          <a:bodyPr vert="horz" wrap="square" lIns="91440" tIns="45720" rIns="91440" bIns="45720" numCol="1" anchor="ctr" anchorCtr="0" compatLnSpc="1">
            <a:prstTxWarp prst="textNoShape">
              <a:avLst/>
            </a:prstTxWarp>
          </a:bodyPr>
          <a:lstStyle>
            <a:lvl1pPr algn="ctr" eaLnBrk="1" fontAlgn="auto" hangingPunct="1">
              <a:spcBef>
                <a:spcPts val="0"/>
              </a:spcBef>
              <a:spcAft>
                <a:spcPts val="0"/>
              </a:spcAft>
              <a:defRPr sz="1200">
                <a:solidFill>
                  <a:schemeClr val="tx1">
                    <a:lumMod val="75000"/>
                    <a:lumOff val="25000"/>
                  </a:schemeClr>
                </a:solidFill>
                <a:latin typeface="Segoe UI" panose="020B0502040204020203" pitchFamily="34" charset="0"/>
                <a:cs typeface="Segoe UI" panose="020B0502040204020203" pitchFamily="34" charset="0"/>
              </a:defRPr>
            </a:lvl1pPr>
          </a:lstStyle>
          <a:p>
            <a:pPr>
              <a:defRPr/>
            </a:pPr>
            <a:r>
              <a:rPr lang="de-DE"/>
              <a:t>Fußzeile</a:t>
            </a:r>
          </a:p>
        </p:txBody>
      </p:sp>
      <p:sp>
        <p:nvSpPr>
          <p:cNvPr id="15" name="Foliennummernplatzhalter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chemeClr val="tx1">
                    <a:lumMod val="75000"/>
                    <a:lumOff val="25000"/>
                  </a:schemeClr>
                </a:solidFill>
                <a:latin typeface="Segoe UI" panose="020B0502040204020203" pitchFamily="34" charset="0"/>
                <a:cs typeface="Segoe UI" panose="020B0502040204020203" pitchFamily="34" charset="0"/>
              </a:defRPr>
            </a:lvl1pPr>
          </a:lstStyle>
          <a:p>
            <a:pPr>
              <a:defRPr/>
            </a:pPr>
            <a:fld id="{9C26CF26-809F-407B-9122-BBEFC90D682E}" type="slidenum">
              <a:rPr lang="de-DE" altLang="de-DE"/>
              <a:pPr>
                <a:defRPr/>
              </a:pPr>
              <a:t>‹#›</a:t>
            </a:fld>
            <a:endParaRPr lang="de-DE" altLang="de-DE" dirty="0"/>
          </a:p>
        </p:txBody>
      </p:sp>
    </p:spTree>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8" r:id="rId6"/>
    <p:sldLayoutId id="2147483869" r:id="rId7"/>
    <p:sldLayoutId id="2147483870" r:id="rId8"/>
    <p:sldLayoutId id="2147483871" r:id="rId9"/>
    <p:sldLayoutId id="2147483872" r:id="rId10"/>
    <p:sldLayoutId id="2147483873" r:id="rId11"/>
    <p:sldLayoutId id="2147483867" r:id="rId12"/>
    <p:sldLayoutId id="2147483874" r:id="rId13"/>
    <p:sldLayoutId id="2147483877" r:id="rId14"/>
    <p:sldLayoutId id="2147483876" r:id="rId15"/>
    <p:sldLayoutId id="2147483878" r:id="rId16"/>
    <p:sldLayoutId id="2147483875" r:id="rId17"/>
  </p:sldLayoutIdLst>
  <p:hf hdr="0"/>
  <p:txStyles>
    <p:titleStyle>
      <a:lvl1pPr algn="ctr" defTabSz="457200" rtl="0" eaLnBrk="0" fontAlgn="base" hangingPunct="0">
        <a:spcBef>
          <a:spcPct val="0"/>
        </a:spcBef>
        <a:spcAft>
          <a:spcPct val="0"/>
        </a:spcAft>
        <a:defRPr sz="4400" kern="1200">
          <a:solidFill>
            <a:schemeClr val="tx1"/>
          </a:solidFill>
          <a:latin typeface="Arial" panose="020B0604020202020204" pitchFamily="34" charset="0"/>
          <a:ea typeface="+mj-ea"/>
          <a:cs typeface="+mj-cs"/>
        </a:defRPr>
      </a:lvl1pPr>
      <a:lvl2pPr algn="ctr" defTabSz="457200" rtl="0" eaLnBrk="0" fontAlgn="base" hangingPunct="0">
        <a:spcBef>
          <a:spcPct val="0"/>
        </a:spcBef>
        <a:spcAft>
          <a:spcPct val="0"/>
        </a:spcAft>
        <a:defRPr sz="4400">
          <a:solidFill>
            <a:schemeClr val="tx1"/>
          </a:solidFill>
          <a:latin typeface="Arial" panose="020B0604020202020204" pitchFamily="34" charset="0"/>
        </a:defRPr>
      </a:lvl2pPr>
      <a:lvl3pPr algn="ctr" defTabSz="457200" rtl="0" eaLnBrk="0" fontAlgn="base" hangingPunct="0">
        <a:spcBef>
          <a:spcPct val="0"/>
        </a:spcBef>
        <a:spcAft>
          <a:spcPct val="0"/>
        </a:spcAft>
        <a:defRPr sz="4400">
          <a:solidFill>
            <a:schemeClr val="tx1"/>
          </a:solidFill>
          <a:latin typeface="Arial" panose="020B0604020202020204" pitchFamily="34" charset="0"/>
        </a:defRPr>
      </a:lvl3pPr>
      <a:lvl4pPr algn="ctr" defTabSz="457200" rtl="0" eaLnBrk="0" fontAlgn="base" hangingPunct="0">
        <a:spcBef>
          <a:spcPct val="0"/>
        </a:spcBef>
        <a:spcAft>
          <a:spcPct val="0"/>
        </a:spcAft>
        <a:defRPr sz="4400">
          <a:solidFill>
            <a:schemeClr val="tx1"/>
          </a:solidFill>
          <a:latin typeface="Arial" panose="020B0604020202020204" pitchFamily="34" charset="0"/>
        </a:defRPr>
      </a:lvl4pPr>
      <a:lvl5pPr algn="ctr" defTabSz="457200" rtl="0" eaLnBrk="0" fontAlgn="base" hangingPunct="0">
        <a:spcBef>
          <a:spcPct val="0"/>
        </a:spcBef>
        <a:spcAft>
          <a:spcPct val="0"/>
        </a:spcAft>
        <a:defRPr sz="4400">
          <a:solidFill>
            <a:schemeClr val="tx1"/>
          </a:solidFill>
          <a:latin typeface="Arial" panose="020B0604020202020204"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panose="020B0604020202020204" pitchFamily="34" charset="0"/>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el 1"/>
          <p:cNvSpPr>
            <a:spLocks noGrp="1"/>
          </p:cNvSpPr>
          <p:nvPr>
            <p:ph type="ctrTitle"/>
          </p:nvPr>
        </p:nvSpPr>
        <p:spPr bwMode="auto">
          <a:xfrm>
            <a:off x="4439816" y="2932414"/>
            <a:ext cx="7056587" cy="10247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de-DE" altLang="de-DE" dirty="0"/>
              <a:t>Task 01: Builidng a baseline model for D (2) Receptor Antagonists</a:t>
            </a:r>
          </a:p>
        </p:txBody>
      </p:sp>
      <p:sp>
        <p:nvSpPr>
          <p:cNvPr id="17411" name="Untertitel 2"/>
          <p:cNvSpPr>
            <a:spLocks noGrp="1"/>
          </p:cNvSpPr>
          <p:nvPr>
            <p:ph type="subTitle" idx="1"/>
          </p:nvPr>
        </p:nvSpPr>
        <p:spPr bwMode="auto">
          <a:xfrm>
            <a:off x="4487590" y="4509120"/>
            <a:ext cx="7008813" cy="7738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de-DE" altLang="de-DE" dirty="0"/>
              <a:t>Group 02: Abdelsalam Helala, Abdulrahman Walid, Ahmed, Fouzia Nasreen, Maham Ayesha, Saleha Attar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1CACE3-2BE0-4002-87CC-44EC57DEB4E5}"/>
              </a:ext>
            </a:extLst>
          </p:cNvPr>
          <p:cNvSpPr>
            <a:spLocks noGrp="1"/>
          </p:cNvSpPr>
          <p:nvPr>
            <p:ph type="body" sz="quarter" idx="11"/>
          </p:nvPr>
        </p:nvSpPr>
        <p:spPr>
          <a:xfrm>
            <a:off x="992558" y="1052736"/>
            <a:ext cx="9163384" cy="4495800"/>
          </a:xfrm>
        </p:spPr>
        <p:txBody>
          <a:bodyPr/>
          <a:lstStyle/>
          <a:p>
            <a:pPr algn="ctr"/>
            <a:endParaRPr lang="en-GB" dirty="0"/>
          </a:p>
          <a:p>
            <a:pPr algn="ctr"/>
            <a:endParaRPr lang="en-GB" dirty="0"/>
          </a:p>
          <a:p>
            <a:pPr algn="ctr"/>
            <a:r>
              <a:rPr lang="en-GB" dirty="0"/>
              <a:t>The Problem: </a:t>
            </a:r>
          </a:p>
          <a:p>
            <a:pPr algn="ctr"/>
            <a:r>
              <a:rPr lang="en-GB" dirty="0"/>
              <a:t>________________________________________________________________</a:t>
            </a:r>
          </a:p>
          <a:p>
            <a:pPr algn="ctr"/>
            <a:r>
              <a:rPr lang="en-GB" dirty="0"/>
              <a:t>Why are we doing this ? Understanding the CEO’s mandate. </a:t>
            </a:r>
          </a:p>
        </p:txBody>
      </p:sp>
      <p:sp>
        <p:nvSpPr>
          <p:cNvPr id="4" name="Footer Placeholder 3">
            <a:extLst>
              <a:ext uri="{FF2B5EF4-FFF2-40B4-BE49-F238E27FC236}">
                <a16:creationId xmlns:a16="http://schemas.microsoft.com/office/drawing/2014/main" id="{F4E7A079-21CD-498A-9776-E1E7DFD2CB61}"/>
              </a:ext>
            </a:extLst>
          </p:cNvPr>
          <p:cNvSpPr>
            <a:spLocks noGrp="1"/>
          </p:cNvSpPr>
          <p:nvPr>
            <p:ph type="ftr" sz="quarter" idx="12"/>
          </p:nvPr>
        </p:nvSpPr>
        <p:spPr/>
        <p:txBody>
          <a:bodyPr/>
          <a:lstStyle/>
          <a:p>
            <a:pPr>
              <a:defRPr/>
            </a:pPr>
            <a:endParaRPr lang="de-DE"/>
          </a:p>
        </p:txBody>
      </p:sp>
      <p:sp>
        <p:nvSpPr>
          <p:cNvPr id="5" name="Slide Number Placeholder 4">
            <a:extLst>
              <a:ext uri="{FF2B5EF4-FFF2-40B4-BE49-F238E27FC236}">
                <a16:creationId xmlns:a16="http://schemas.microsoft.com/office/drawing/2014/main" id="{1C0409FA-E4C5-4EB5-A44E-56BDDDC13D0D}"/>
              </a:ext>
            </a:extLst>
          </p:cNvPr>
          <p:cNvSpPr>
            <a:spLocks noGrp="1"/>
          </p:cNvSpPr>
          <p:nvPr>
            <p:ph type="sldNum" sz="quarter" idx="13"/>
          </p:nvPr>
        </p:nvSpPr>
        <p:spPr/>
        <p:txBody>
          <a:bodyPr/>
          <a:lstStyle/>
          <a:p>
            <a:pPr>
              <a:defRPr/>
            </a:pPr>
            <a:fld id="{6CD1FB83-203C-41EE-8C47-FF8D51B47D55}" type="slidenum">
              <a:rPr lang="de-DE" altLang="de-DE" smtClean="0"/>
              <a:pPr>
                <a:defRPr/>
              </a:pPr>
              <a:t>2</a:t>
            </a:fld>
            <a:endParaRPr lang="de-DE" altLang="de-DE" dirty="0"/>
          </a:p>
        </p:txBody>
      </p:sp>
      <p:sp>
        <p:nvSpPr>
          <p:cNvPr id="6" name="Date Placeholder 5">
            <a:extLst>
              <a:ext uri="{FF2B5EF4-FFF2-40B4-BE49-F238E27FC236}">
                <a16:creationId xmlns:a16="http://schemas.microsoft.com/office/drawing/2014/main" id="{8BCCDFB5-EE68-4ECB-BDEC-5DA33EBABA67}"/>
              </a:ext>
            </a:extLst>
          </p:cNvPr>
          <p:cNvSpPr>
            <a:spLocks noGrp="1"/>
          </p:cNvSpPr>
          <p:nvPr>
            <p:ph type="dt" sz="half" idx="14"/>
          </p:nvPr>
        </p:nvSpPr>
        <p:spPr/>
        <p:txBody>
          <a:bodyPr/>
          <a:lstStyle/>
          <a:p>
            <a:pPr>
              <a:defRPr/>
            </a:pPr>
            <a:fld id="{A2135F4D-23CC-4BAA-8889-F01A349FB3F8}" type="datetime1">
              <a:rPr lang="de-DE" smtClean="0"/>
              <a:pPr>
                <a:defRPr/>
              </a:pPr>
              <a:t>13.11.2025</a:t>
            </a:fld>
            <a:endParaRPr lang="de-DE" dirty="0"/>
          </a:p>
        </p:txBody>
      </p:sp>
    </p:spTree>
    <p:extLst>
      <p:ext uri="{BB962C8B-B14F-4D97-AF65-F5344CB8AC3E}">
        <p14:creationId xmlns:p14="http://schemas.microsoft.com/office/powerpoint/2010/main" val="1902925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91EAE6-10F3-4ACA-A9A8-818050C09526}"/>
              </a:ext>
            </a:extLst>
          </p:cNvPr>
          <p:cNvSpPr>
            <a:spLocks noGrp="1"/>
          </p:cNvSpPr>
          <p:nvPr>
            <p:ph type="body" sz="quarter" idx="10"/>
          </p:nvPr>
        </p:nvSpPr>
        <p:spPr/>
        <p:txBody>
          <a:bodyPr/>
          <a:lstStyle/>
          <a:p>
            <a:r>
              <a:rPr lang="en-GB" b="1" dirty="0"/>
              <a:t>The CEO’s mandate</a:t>
            </a:r>
          </a:p>
        </p:txBody>
      </p:sp>
      <p:sp>
        <p:nvSpPr>
          <p:cNvPr id="3" name="Text Placeholder 2">
            <a:extLst>
              <a:ext uri="{FF2B5EF4-FFF2-40B4-BE49-F238E27FC236}">
                <a16:creationId xmlns:a16="http://schemas.microsoft.com/office/drawing/2014/main" id="{0B679A16-FD26-407F-BA23-2F363E755076}"/>
              </a:ext>
            </a:extLst>
          </p:cNvPr>
          <p:cNvSpPr>
            <a:spLocks noGrp="1"/>
          </p:cNvSpPr>
          <p:nvPr>
            <p:ph type="body" sz="quarter" idx="11"/>
          </p:nvPr>
        </p:nvSpPr>
        <p:spPr/>
        <p:txBody>
          <a:bodyPr/>
          <a:lstStyle/>
          <a:p>
            <a:pPr>
              <a:buFont typeface="Arial" panose="020B0604020202020204" pitchFamily="34" charset="0"/>
              <a:buChar char="•"/>
            </a:pPr>
            <a:r>
              <a:rPr lang="en-GB" sz="2000" b="1" dirty="0"/>
              <a:t>High Cost of R&amp;D:</a:t>
            </a:r>
            <a:r>
              <a:rPr lang="en-GB" sz="2000" dirty="0"/>
              <a:t> Drug discovery is slow and expensive. Manually testing thousands of molecules from a vendor catalogue is highly inefficient.</a:t>
            </a:r>
          </a:p>
          <a:p>
            <a:pPr>
              <a:buFont typeface="Arial" panose="020B0604020202020204" pitchFamily="34" charset="0"/>
              <a:buChar char="•"/>
            </a:pPr>
            <a:r>
              <a:rPr lang="en-GB" sz="2000" b="1" dirty="0"/>
              <a:t>The Goal:</a:t>
            </a:r>
            <a:r>
              <a:rPr lang="en-GB" sz="2000" dirty="0"/>
              <a:t> Embrace Machine Learning (ML) to reduce costs and accelerate discovery by identifying the most promising candidates before synthesis or purchase.</a:t>
            </a:r>
          </a:p>
          <a:p>
            <a:pPr>
              <a:buFont typeface="Arial" panose="020B0604020202020204" pitchFamily="34" charset="0"/>
              <a:buChar char="•"/>
            </a:pPr>
            <a:r>
              <a:rPr lang="en-GB" sz="2000" b="1" dirty="0"/>
              <a:t>The Task:</a:t>
            </a:r>
            <a:r>
              <a:rPr lang="en-GB" sz="2000" dirty="0"/>
              <a:t> Build a predictive model based on our existing data of ~12,000 molecules to screen new compounds virtually.</a:t>
            </a:r>
          </a:p>
          <a:p>
            <a:pPr>
              <a:buFont typeface="Arial" panose="020B0604020202020204" pitchFamily="34" charset="0"/>
              <a:buChar char="•"/>
            </a:pPr>
            <a:endParaRPr lang="en-GB" sz="2000" dirty="0"/>
          </a:p>
        </p:txBody>
      </p:sp>
      <p:sp>
        <p:nvSpPr>
          <p:cNvPr id="4" name="Footer Placeholder 3">
            <a:extLst>
              <a:ext uri="{FF2B5EF4-FFF2-40B4-BE49-F238E27FC236}">
                <a16:creationId xmlns:a16="http://schemas.microsoft.com/office/drawing/2014/main" id="{FC73075D-1B3D-47A2-B24D-67474C5AE99B}"/>
              </a:ext>
            </a:extLst>
          </p:cNvPr>
          <p:cNvSpPr>
            <a:spLocks noGrp="1"/>
          </p:cNvSpPr>
          <p:nvPr>
            <p:ph type="ftr" sz="quarter" idx="12"/>
          </p:nvPr>
        </p:nvSpPr>
        <p:spPr/>
        <p:txBody>
          <a:bodyPr/>
          <a:lstStyle/>
          <a:p>
            <a:pPr>
              <a:defRPr/>
            </a:pPr>
            <a:endParaRPr lang="de-DE"/>
          </a:p>
        </p:txBody>
      </p:sp>
      <p:sp>
        <p:nvSpPr>
          <p:cNvPr id="5" name="Slide Number Placeholder 4">
            <a:extLst>
              <a:ext uri="{FF2B5EF4-FFF2-40B4-BE49-F238E27FC236}">
                <a16:creationId xmlns:a16="http://schemas.microsoft.com/office/drawing/2014/main" id="{86564498-6DB0-4377-BAF6-564A32822773}"/>
              </a:ext>
            </a:extLst>
          </p:cNvPr>
          <p:cNvSpPr>
            <a:spLocks noGrp="1"/>
          </p:cNvSpPr>
          <p:nvPr>
            <p:ph type="sldNum" sz="quarter" idx="13"/>
          </p:nvPr>
        </p:nvSpPr>
        <p:spPr/>
        <p:txBody>
          <a:bodyPr/>
          <a:lstStyle/>
          <a:p>
            <a:pPr>
              <a:defRPr/>
            </a:pPr>
            <a:fld id="{3403F9C6-84D0-4162-91EE-42F978B0FA19}" type="slidenum">
              <a:rPr lang="de-DE" altLang="de-DE" smtClean="0"/>
              <a:pPr>
                <a:defRPr/>
              </a:pPr>
              <a:t>3</a:t>
            </a:fld>
            <a:endParaRPr lang="de-DE" altLang="de-DE" dirty="0"/>
          </a:p>
        </p:txBody>
      </p:sp>
      <p:sp>
        <p:nvSpPr>
          <p:cNvPr id="6" name="Date Placeholder 5">
            <a:extLst>
              <a:ext uri="{FF2B5EF4-FFF2-40B4-BE49-F238E27FC236}">
                <a16:creationId xmlns:a16="http://schemas.microsoft.com/office/drawing/2014/main" id="{B51978A3-D792-428C-9BFD-D8882CAC84A8}"/>
              </a:ext>
            </a:extLst>
          </p:cNvPr>
          <p:cNvSpPr>
            <a:spLocks noGrp="1"/>
          </p:cNvSpPr>
          <p:nvPr>
            <p:ph type="dt" sz="half" idx="14"/>
          </p:nvPr>
        </p:nvSpPr>
        <p:spPr/>
        <p:txBody>
          <a:bodyPr/>
          <a:lstStyle/>
          <a:p>
            <a:pPr>
              <a:defRPr/>
            </a:pPr>
            <a:fld id="{E82088EF-85F2-4CD3-8D71-2FF36028FA0A}" type="datetime1">
              <a:rPr lang="de-DE" smtClean="0"/>
              <a:pPr>
                <a:defRPr/>
              </a:pPr>
              <a:t>13.11.2025</a:t>
            </a:fld>
            <a:endParaRPr lang="de-DE" dirty="0"/>
          </a:p>
        </p:txBody>
      </p:sp>
    </p:spTree>
    <p:extLst>
      <p:ext uri="{BB962C8B-B14F-4D97-AF65-F5344CB8AC3E}">
        <p14:creationId xmlns:p14="http://schemas.microsoft.com/office/powerpoint/2010/main" val="2969122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1CACE3-2BE0-4002-87CC-44EC57DEB4E5}"/>
              </a:ext>
            </a:extLst>
          </p:cNvPr>
          <p:cNvSpPr>
            <a:spLocks noGrp="1"/>
          </p:cNvSpPr>
          <p:nvPr>
            <p:ph type="body" sz="quarter" idx="11"/>
          </p:nvPr>
        </p:nvSpPr>
        <p:spPr>
          <a:xfrm>
            <a:off x="1127448" y="1156252"/>
            <a:ext cx="9163384" cy="4495800"/>
          </a:xfrm>
        </p:spPr>
        <p:txBody>
          <a:bodyPr/>
          <a:lstStyle/>
          <a:p>
            <a:pPr algn="ctr"/>
            <a:endParaRPr lang="en-GB" dirty="0"/>
          </a:p>
          <a:p>
            <a:pPr algn="ctr"/>
            <a:endParaRPr lang="en-GB" dirty="0"/>
          </a:p>
          <a:p>
            <a:pPr algn="ctr"/>
            <a:r>
              <a:rPr lang="en-GB" dirty="0"/>
              <a:t>The Scientific Target:</a:t>
            </a:r>
          </a:p>
          <a:p>
            <a:pPr algn="ctr"/>
            <a:r>
              <a:rPr lang="en-GB" u="sng" dirty="0"/>
              <a:t>_____________________________________________________________________</a:t>
            </a:r>
          </a:p>
          <a:p>
            <a:pPr algn="ctr"/>
            <a:r>
              <a:rPr lang="en-GB" dirty="0"/>
              <a:t>What biological system are we aiming for ?</a:t>
            </a:r>
          </a:p>
        </p:txBody>
      </p:sp>
      <p:sp>
        <p:nvSpPr>
          <p:cNvPr id="4" name="Footer Placeholder 3">
            <a:extLst>
              <a:ext uri="{FF2B5EF4-FFF2-40B4-BE49-F238E27FC236}">
                <a16:creationId xmlns:a16="http://schemas.microsoft.com/office/drawing/2014/main" id="{F4E7A079-21CD-498A-9776-E1E7DFD2CB61}"/>
              </a:ext>
            </a:extLst>
          </p:cNvPr>
          <p:cNvSpPr>
            <a:spLocks noGrp="1"/>
          </p:cNvSpPr>
          <p:nvPr>
            <p:ph type="ftr" sz="quarter" idx="12"/>
          </p:nvPr>
        </p:nvSpPr>
        <p:spPr/>
        <p:txBody>
          <a:bodyPr/>
          <a:lstStyle/>
          <a:p>
            <a:pPr>
              <a:defRPr/>
            </a:pPr>
            <a:endParaRPr lang="de-DE"/>
          </a:p>
        </p:txBody>
      </p:sp>
      <p:sp>
        <p:nvSpPr>
          <p:cNvPr id="5" name="Slide Number Placeholder 4">
            <a:extLst>
              <a:ext uri="{FF2B5EF4-FFF2-40B4-BE49-F238E27FC236}">
                <a16:creationId xmlns:a16="http://schemas.microsoft.com/office/drawing/2014/main" id="{1C0409FA-E4C5-4EB5-A44E-56BDDDC13D0D}"/>
              </a:ext>
            </a:extLst>
          </p:cNvPr>
          <p:cNvSpPr>
            <a:spLocks noGrp="1"/>
          </p:cNvSpPr>
          <p:nvPr>
            <p:ph type="sldNum" sz="quarter" idx="13"/>
          </p:nvPr>
        </p:nvSpPr>
        <p:spPr/>
        <p:txBody>
          <a:bodyPr/>
          <a:lstStyle/>
          <a:p>
            <a:pPr>
              <a:defRPr/>
            </a:pPr>
            <a:fld id="{6CD1FB83-203C-41EE-8C47-FF8D51B47D55}" type="slidenum">
              <a:rPr lang="de-DE" altLang="de-DE" smtClean="0"/>
              <a:pPr>
                <a:defRPr/>
              </a:pPr>
              <a:t>4</a:t>
            </a:fld>
            <a:endParaRPr lang="de-DE" altLang="de-DE" dirty="0"/>
          </a:p>
        </p:txBody>
      </p:sp>
      <p:sp>
        <p:nvSpPr>
          <p:cNvPr id="6" name="Date Placeholder 5">
            <a:extLst>
              <a:ext uri="{FF2B5EF4-FFF2-40B4-BE49-F238E27FC236}">
                <a16:creationId xmlns:a16="http://schemas.microsoft.com/office/drawing/2014/main" id="{8BCCDFB5-EE68-4ECB-BDEC-5DA33EBABA67}"/>
              </a:ext>
            </a:extLst>
          </p:cNvPr>
          <p:cNvSpPr>
            <a:spLocks noGrp="1"/>
          </p:cNvSpPr>
          <p:nvPr>
            <p:ph type="dt" sz="half" idx="14"/>
          </p:nvPr>
        </p:nvSpPr>
        <p:spPr/>
        <p:txBody>
          <a:bodyPr/>
          <a:lstStyle/>
          <a:p>
            <a:pPr>
              <a:defRPr/>
            </a:pPr>
            <a:fld id="{A2135F4D-23CC-4BAA-8889-F01A349FB3F8}" type="datetime1">
              <a:rPr lang="de-DE" smtClean="0"/>
              <a:pPr>
                <a:defRPr/>
              </a:pPr>
              <a:t>13.11.2025</a:t>
            </a:fld>
            <a:endParaRPr lang="de-DE" dirty="0"/>
          </a:p>
        </p:txBody>
      </p:sp>
    </p:spTree>
    <p:extLst>
      <p:ext uri="{BB962C8B-B14F-4D97-AF65-F5344CB8AC3E}">
        <p14:creationId xmlns:p14="http://schemas.microsoft.com/office/powerpoint/2010/main" val="7856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platzhalter 2"/>
          <p:cNvSpPr>
            <a:spLocks noGrp="1"/>
          </p:cNvSpPr>
          <p:nvPr>
            <p:ph type="body" sz="quarter" idx="10"/>
          </p:nvPr>
        </p:nvSpPr>
        <p:spPr bwMode="auto">
          <a:xfrm>
            <a:off x="279401" y="484323"/>
            <a:ext cx="8985250" cy="76970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p>
            <a:pPr>
              <a:buFont typeface="Lucida Grande" pitchFamily="80" charset="0"/>
              <a:buNone/>
            </a:pPr>
            <a:r>
              <a:rPr lang="de-DE" altLang="de-DE" sz="3200" dirty="0"/>
              <a:t>What are GPCRs?</a:t>
            </a:r>
          </a:p>
        </p:txBody>
      </p:sp>
      <p:sp>
        <p:nvSpPr>
          <p:cNvPr id="25603" name="Fußzeilenplatzhalter 1"/>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de-DE" altLang="de-DE" dirty="0">
                <a:solidFill>
                  <a:schemeClr val="bg1"/>
                </a:solidFill>
                <a:latin typeface="Segoe UI" panose="020B0502040204020203" pitchFamily="34" charset="0"/>
              </a:rPr>
              <a:t>Universität des Saarlandes </a:t>
            </a:r>
          </a:p>
        </p:txBody>
      </p:sp>
      <p:sp>
        <p:nvSpPr>
          <p:cNvPr id="25604" name="Foliennummernplatzhalt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fld id="{82CA84C1-8471-4C55-98F1-41F61F00435E}" type="slidenum">
              <a:rPr lang="de-DE" altLang="de-DE" smtClean="0">
                <a:solidFill>
                  <a:schemeClr val="bg1"/>
                </a:solidFill>
                <a:latin typeface="Segoe UI" panose="020B0502040204020203" pitchFamily="34" charset="0"/>
              </a:rPr>
              <a:pPr/>
              <a:t>5</a:t>
            </a:fld>
            <a:endParaRPr lang="de-DE" altLang="de-DE">
              <a:solidFill>
                <a:schemeClr val="bg1"/>
              </a:solidFill>
              <a:latin typeface="Segoe UI" panose="020B0502040204020203" pitchFamily="34" charset="0"/>
            </a:endParaRPr>
          </a:p>
        </p:txBody>
      </p:sp>
      <p:sp>
        <p:nvSpPr>
          <p:cNvPr id="25605" name="Datumsplatzhalter 3"/>
          <p:cNvSpPr>
            <a:spLocks noGrp="1"/>
          </p:cNvSpPr>
          <p:nvPr>
            <p:ph type="dt"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BF02DA3B-A260-4C63-A273-77313B681ED2}" type="datetime1">
              <a:rPr lang="de-DE" altLang="de-DE" smtClean="0">
                <a:solidFill>
                  <a:schemeClr val="bg1"/>
                </a:solidFill>
                <a:latin typeface="Segoe UI" panose="020B0502040204020203" pitchFamily="34" charset="0"/>
                <a:ea typeface="Verdana" panose="020B0604030504040204" pitchFamily="34" charset="0"/>
              </a:rPr>
              <a:pPr fontAlgn="base">
                <a:spcBef>
                  <a:spcPct val="0"/>
                </a:spcBef>
                <a:spcAft>
                  <a:spcPct val="0"/>
                </a:spcAft>
              </a:pPr>
              <a:t>13.11.2025</a:t>
            </a:fld>
            <a:endParaRPr lang="de-DE" altLang="de-DE">
              <a:solidFill>
                <a:schemeClr val="bg1"/>
              </a:solidFill>
              <a:latin typeface="Segoe UI" panose="020B0502040204020203" pitchFamily="34" charset="0"/>
              <a:ea typeface="Verdana" panose="020B0604030504040204" pitchFamily="34" charset="0"/>
            </a:endParaRPr>
          </a:p>
        </p:txBody>
      </p:sp>
      <p:sp>
        <p:nvSpPr>
          <p:cNvPr id="25607" name="Inhaltsplatzhalter 3"/>
          <p:cNvSpPr>
            <a:spLocks noGrp="1"/>
          </p:cNvSpPr>
          <p:nvPr>
            <p:ph idx="1"/>
          </p:nvPr>
        </p:nvSpPr>
        <p:spPr bwMode="auto">
          <a:xfrm>
            <a:off x="403832" y="1404090"/>
            <a:ext cx="5553521" cy="4543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rIns="91440" bIns="45720" numCol="1" anchor="t" anchorCtr="0" compatLnSpc="1">
            <a:prstTxWarp prst="textNoShape">
              <a:avLst/>
            </a:prstTxWarp>
          </a:bodyPr>
          <a:lstStyle/>
          <a:p>
            <a:r>
              <a:rPr lang="en-GB" sz="2000" dirty="0"/>
              <a:t>G Protein-Coupled Receptors (GPCRs) are proteins on the surface of our cells. They act like an "inbox" for signals from outside the cell, such as hormones and neurotransmitters.</a:t>
            </a:r>
          </a:p>
          <a:p>
            <a:r>
              <a:rPr lang="en-GB" sz="2000" dirty="0"/>
              <a:t>When a signal arrives, they "ring a bell" inside the cell, starting a biological response.</a:t>
            </a:r>
          </a:p>
          <a:p>
            <a:r>
              <a:rPr lang="en-GB" sz="2000" dirty="0"/>
              <a:t>They are involved in sight, smell, mood, and immune response. Over </a:t>
            </a:r>
            <a:r>
              <a:rPr lang="en-GB" sz="2000" b="1" dirty="0"/>
              <a:t>30% of all FDA approved drugs</a:t>
            </a:r>
            <a:r>
              <a:rPr lang="en-GB" sz="2000" dirty="0"/>
              <a:t> work by targeting GPCRs.</a:t>
            </a:r>
          </a:p>
          <a:p>
            <a:endParaRPr lang="de-DE" altLang="de-DE" sz="2000" dirty="0"/>
          </a:p>
        </p:txBody>
      </p:sp>
      <p:pic>
        <p:nvPicPr>
          <p:cNvPr id="3" name="Picture 2">
            <a:extLst>
              <a:ext uri="{FF2B5EF4-FFF2-40B4-BE49-F238E27FC236}">
                <a16:creationId xmlns:a16="http://schemas.microsoft.com/office/drawing/2014/main" id="{30CDA0BA-4E49-4B00-8063-77D85F1F1331}"/>
              </a:ext>
            </a:extLst>
          </p:cNvPr>
          <p:cNvPicPr>
            <a:picLocks noChangeAspect="1"/>
          </p:cNvPicPr>
          <p:nvPr/>
        </p:nvPicPr>
        <p:blipFill>
          <a:blip r:embed="rId2"/>
          <a:stretch>
            <a:fillRect/>
          </a:stretch>
        </p:blipFill>
        <p:spPr>
          <a:xfrm>
            <a:off x="7126921" y="1326437"/>
            <a:ext cx="4275460" cy="4884567"/>
          </a:xfrm>
          <a:prstGeom prst="rect">
            <a:avLst/>
          </a:prstGeom>
        </p:spPr>
      </p:pic>
    </p:spTree>
    <p:extLst>
      <p:ext uri="{BB962C8B-B14F-4D97-AF65-F5344CB8AC3E}">
        <p14:creationId xmlns:p14="http://schemas.microsoft.com/office/powerpoint/2010/main" val="86022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1CACE3-2BE0-4002-87CC-44EC57DEB4E5}"/>
              </a:ext>
            </a:extLst>
          </p:cNvPr>
          <p:cNvSpPr>
            <a:spLocks noGrp="1"/>
          </p:cNvSpPr>
          <p:nvPr>
            <p:ph type="body" sz="quarter" idx="11"/>
          </p:nvPr>
        </p:nvSpPr>
        <p:spPr>
          <a:xfrm>
            <a:off x="992558" y="1052736"/>
            <a:ext cx="9163384" cy="4495800"/>
          </a:xfrm>
        </p:spPr>
        <p:txBody>
          <a:bodyPr/>
          <a:lstStyle/>
          <a:p>
            <a:pPr algn="ctr"/>
            <a:r>
              <a:rPr lang="en-GB" b="1" dirty="0"/>
              <a:t>Our Target: The D(2) Dopamine Receptor</a:t>
            </a:r>
          </a:p>
          <a:p>
            <a:pPr algn="ctr"/>
            <a:endParaRPr lang="en-GB" b="1" dirty="0"/>
          </a:p>
          <a:p>
            <a:pPr algn="ctr"/>
            <a:endParaRPr lang="en-GB" b="1" dirty="0"/>
          </a:p>
        </p:txBody>
      </p:sp>
      <p:sp>
        <p:nvSpPr>
          <p:cNvPr id="4" name="Footer Placeholder 3">
            <a:extLst>
              <a:ext uri="{FF2B5EF4-FFF2-40B4-BE49-F238E27FC236}">
                <a16:creationId xmlns:a16="http://schemas.microsoft.com/office/drawing/2014/main" id="{F4E7A079-21CD-498A-9776-E1E7DFD2CB61}"/>
              </a:ext>
            </a:extLst>
          </p:cNvPr>
          <p:cNvSpPr>
            <a:spLocks noGrp="1"/>
          </p:cNvSpPr>
          <p:nvPr>
            <p:ph type="ftr" sz="quarter" idx="12"/>
          </p:nvPr>
        </p:nvSpPr>
        <p:spPr/>
        <p:txBody>
          <a:bodyPr/>
          <a:lstStyle/>
          <a:p>
            <a:pPr>
              <a:defRPr/>
            </a:pPr>
            <a:endParaRPr lang="de-DE"/>
          </a:p>
        </p:txBody>
      </p:sp>
      <p:sp>
        <p:nvSpPr>
          <p:cNvPr id="5" name="Slide Number Placeholder 4">
            <a:extLst>
              <a:ext uri="{FF2B5EF4-FFF2-40B4-BE49-F238E27FC236}">
                <a16:creationId xmlns:a16="http://schemas.microsoft.com/office/drawing/2014/main" id="{1C0409FA-E4C5-4EB5-A44E-56BDDDC13D0D}"/>
              </a:ext>
            </a:extLst>
          </p:cNvPr>
          <p:cNvSpPr>
            <a:spLocks noGrp="1"/>
          </p:cNvSpPr>
          <p:nvPr>
            <p:ph type="sldNum" sz="quarter" idx="13"/>
          </p:nvPr>
        </p:nvSpPr>
        <p:spPr/>
        <p:txBody>
          <a:bodyPr/>
          <a:lstStyle/>
          <a:p>
            <a:pPr>
              <a:defRPr/>
            </a:pPr>
            <a:fld id="{6CD1FB83-203C-41EE-8C47-FF8D51B47D55}" type="slidenum">
              <a:rPr lang="de-DE" altLang="de-DE" smtClean="0"/>
              <a:pPr>
                <a:defRPr/>
              </a:pPr>
              <a:t>6</a:t>
            </a:fld>
            <a:endParaRPr lang="de-DE" altLang="de-DE" dirty="0"/>
          </a:p>
        </p:txBody>
      </p:sp>
      <p:sp>
        <p:nvSpPr>
          <p:cNvPr id="6" name="Date Placeholder 5">
            <a:extLst>
              <a:ext uri="{FF2B5EF4-FFF2-40B4-BE49-F238E27FC236}">
                <a16:creationId xmlns:a16="http://schemas.microsoft.com/office/drawing/2014/main" id="{8BCCDFB5-EE68-4ECB-BDEC-5DA33EBABA67}"/>
              </a:ext>
            </a:extLst>
          </p:cNvPr>
          <p:cNvSpPr>
            <a:spLocks noGrp="1"/>
          </p:cNvSpPr>
          <p:nvPr>
            <p:ph type="dt" sz="half" idx="14"/>
          </p:nvPr>
        </p:nvSpPr>
        <p:spPr/>
        <p:txBody>
          <a:bodyPr/>
          <a:lstStyle/>
          <a:p>
            <a:pPr>
              <a:defRPr/>
            </a:pPr>
            <a:fld id="{A2135F4D-23CC-4BAA-8889-F01A349FB3F8}" type="datetime1">
              <a:rPr lang="de-DE" smtClean="0"/>
              <a:pPr>
                <a:defRPr/>
              </a:pPr>
              <a:t>13.11.2025</a:t>
            </a:fld>
            <a:endParaRPr lang="de-DE" dirty="0"/>
          </a:p>
        </p:txBody>
      </p:sp>
      <p:sp>
        <p:nvSpPr>
          <p:cNvPr id="8" name="Rectangle: Rounded Corners 7">
            <a:extLst>
              <a:ext uri="{FF2B5EF4-FFF2-40B4-BE49-F238E27FC236}">
                <a16:creationId xmlns:a16="http://schemas.microsoft.com/office/drawing/2014/main" id="{44D17916-7A13-4AFB-9A15-0882EA91EAC6}"/>
              </a:ext>
            </a:extLst>
          </p:cNvPr>
          <p:cNvSpPr/>
          <p:nvPr/>
        </p:nvSpPr>
        <p:spPr>
          <a:xfrm>
            <a:off x="1492051" y="2052464"/>
            <a:ext cx="2232248" cy="3384376"/>
          </a:xfrm>
          <a:prstGeom prst="roundRect">
            <a:avLst/>
          </a:prstGeom>
          <a:solidFill>
            <a:schemeClr val="tx2">
              <a:lumMod val="7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Rectangle: Rounded Corners 11">
            <a:extLst>
              <a:ext uri="{FF2B5EF4-FFF2-40B4-BE49-F238E27FC236}">
                <a16:creationId xmlns:a16="http://schemas.microsoft.com/office/drawing/2014/main" id="{F16EB30E-AB3E-48C0-BD53-A16CBC4E9667}"/>
              </a:ext>
            </a:extLst>
          </p:cNvPr>
          <p:cNvSpPr/>
          <p:nvPr/>
        </p:nvSpPr>
        <p:spPr>
          <a:xfrm>
            <a:off x="4361733" y="2052464"/>
            <a:ext cx="2232248" cy="3384376"/>
          </a:xfrm>
          <a:prstGeom prst="roundRect">
            <a:avLst/>
          </a:prstGeom>
          <a:solidFill>
            <a:schemeClr val="tx2">
              <a:lumMod val="7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3" name="Rectangle: Rounded Corners 12">
            <a:extLst>
              <a:ext uri="{FF2B5EF4-FFF2-40B4-BE49-F238E27FC236}">
                <a16:creationId xmlns:a16="http://schemas.microsoft.com/office/drawing/2014/main" id="{54494044-4D8C-4CC5-B4D4-0321D7D15405}"/>
              </a:ext>
            </a:extLst>
          </p:cNvPr>
          <p:cNvSpPr/>
          <p:nvPr/>
        </p:nvSpPr>
        <p:spPr>
          <a:xfrm>
            <a:off x="7197631" y="2052464"/>
            <a:ext cx="2232248" cy="3384376"/>
          </a:xfrm>
          <a:prstGeom prst="roundRect">
            <a:avLst/>
          </a:prstGeom>
          <a:solidFill>
            <a:schemeClr val="tx2">
              <a:lumMod val="75000"/>
            </a:schemeClr>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1F9F58EF-891F-4F8F-81EA-909DC1FB8344}"/>
              </a:ext>
            </a:extLst>
          </p:cNvPr>
          <p:cNvSpPr txBox="1"/>
          <p:nvPr/>
        </p:nvSpPr>
        <p:spPr>
          <a:xfrm>
            <a:off x="1625600" y="2052464"/>
            <a:ext cx="1878112" cy="4154984"/>
          </a:xfrm>
          <a:prstGeom prst="rect">
            <a:avLst/>
          </a:prstGeom>
          <a:noFill/>
        </p:spPr>
        <p:txBody>
          <a:bodyPr wrap="square" rtlCol="0">
            <a:spAutoFit/>
          </a:bodyPr>
          <a:lstStyle/>
          <a:p>
            <a:pPr algn="ctr"/>
            <a:r>
              <a:rPr lang="en-GB" b="1" dirty="0">
                <a:solidFill>
                  <a:schemeClr val="bg1"/>
                </a:solidFill>
                <a:latin typeface="Segoe UI" panose="020B0502040204020203" pitchFamily="34" charset="0"/>
                <a:cs typeface="Segoe UI" panose="020B0502040204020203" pitchFamily="34" charset="0"/>
              </a:rPr>
              <a:t>A key Brain Target</a:t>
            </a:r>
          </a:p>
          <a:p>
            <a:endParaRPr lang="en-GB" b="1" dirty="0">
              <a:solidFill>
                <a:schemeClr val="bg1"/>
              </a:solidFill>
              <a:latin typeface="Segoe UI" panose="020B0502040204020203" pitchFamily="34" charset="0"/>
              <a:cs typeface="Segoe UI" panose="020B0502040204020203" pitchFamily="34" charset="0"/>
            </a:endParaRPr>
          </a:p>
          <a:p>
            <a:r>
              <a:rPr lang="en-GB" sz="1600" dirty="0">
                <a:solidFill>
                  <a:schemeClr val="bg1"/>
                </a:solidFill>
                <a:latin typeface="Segoe UI" panose="020B0502040204020203" pitchFamily="34" charset="0"/>
                <a:cs typeface="Segoe UI" panose="020B0502040204020203" pitchFamily="34" charset="0"/>
              </a:rPr>
              <a:t>The D(2) receptor is a GPCR that responds to dopamine. It's crucial for the central nervous system (CNS), controlling mood, motivation, and motor function.</a:t>
            </a:r>
          </a:p>
          <a:p>
            <a:br>
              <a:rPr lang="en-GB" sz="1600" dirty="0">
                <a:solidFill>
                  <a:schemeClr val="bg1"/>
                </a:solidFill>
                <a:latin typeface="Segoe UI" panose="020B0502040204020203" pitchFamily="34" charset="0"/>
                <a:cs typeface="Segoe UI" panose="020B0502040204020203" pitchFamily="34" charset="0"/>
              </a:rPr>
            </a:br>
            <a:endParaRPr lang="en-GB" sz="1600" b="1" dirty="0">
              <a:solidFill>
                <a:schemeClr val="bg1"/>
              </a:solidFill>
              <a:latin typeface="Segoe UI" panose="020B0502040204020203" pitchFamily="34" charset="0"/>
              <a:cs typeface="Segoe UI" panose="020B0502040204020203" pitchFamily="34" charset="0"/>
            </a:endParaRPr>
          </a:p>
          <a:p>
            <a:endParaRPr lang="en-GB" b="1" dirty="0">
              <a:solidFill>
                <a:schemeClr val="bg1"/>
              </a:solidFill>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89A0E63B-E688-4D20-BAC1-6FAF8ABEED07}"/>
              </a:ext>
            </a:extLst>
          </p:cNvPr>
          <p:cNvSpPr txBox="1"/>
          <p:nvPr/>
        </p:nvSpPr>
        <p:spPr>
          <a:xfrm>
            <a:off x="4538801" y="2120280"/>
            <a:ext cx="1878112" cy="3693319"/>
          </a:xfrm>
          <a:prstGeom prst="rect">
            <a:avLst/>
          </a:prstGeom>
          <a:noFill/>
        </p:spPr>
        <p:txBody>
          <a:bodyPr wrap="square" rtlCol="0">
            <a:spAutoFit/>
          </a:bodyPr>
          <a:lstStyle/>
          <a:p>
            <a:pPr algn="ctr"/>
            <a:r>
              <a:rPr lang="en-GB" b="1" dirty="0">
                <a:solidFill>
                  <a:schemeClr val="bg1"/>
                </a:solidFill>
                <a:latin typeface="Segoe UI" panose="020B0502040204020203" pitchFamily="34" charset="0"/>
                <a:cs typeface="Segoe UI" panose="020B0502040204020203" pitchFamily="34" charset="0"/>
              </a:rPr>
              <a:t>Agonists: The Key</a:t>
            </a:r>
          </a:p>
          <a:p>
            <a:pPr algn="ctr"/>
            <a:endParaRPr lang="en-GB" b="1" dirty="0">
              <a:solidFill>
                <a:schemeClr val="bg1"/>
              </a:solidFill>
              <a:latin typeface="Segoe UI" panose="020B0502040204020203" pitchFamily="34" charset="0"/>
              <a:cs typeface="Segoe UI" panose="020B0502040204020203" pitchFamily="34" charset="0"/>
            </a:endParaRPr>
          </a:p>
          <a:p>
            <a:pPr algn="ctr"/>
            <a:r>
              <a:rPr lang="en-GB" dirty="0">
                <a:solidFill>
                  <a:schemeClr val="bg1"/>
                </a:solidFill>
                <a:latin typeface="Segoe UI" panose="020B0502040204020203" pitchFamily="34" charset="0"/>
                <a:cs typeface="Segoe UI" panose="020B0502040204020203" pitchFamily="34" charset="0"/>
              </a:rPr>
              <a:t>An agonist (like dopamine) is a molecule that activates the receptor. It's the "key" that turns the lock and starts the signal.</a:t>
            </a:r>
            <a:endParaRPr lang="en-GB" b="1" dirty="0">
              <a:solidFill>
                <a:schemeClr val="bg1"/>
              </a:solidFill>
              <a:latin typeface="Segoe UI" panose="020B0502040204020203" pitchFamily="34" charset="0"/>
              <a:cs typeface="Segoe UI" panose="020B0502040204020203" pitchFamily="34" charset="0"/>
            </a:endParaRPr>
          </a:p>
          <a:p>
            <a:pPr algn="ctr"/>
            <a:endParaRPr lang="en-GB" b="1" dirty="0">
              <a:solidFill>
                <a:schemeClr val="bg1"/>
              </a:solidFill>
              <a:latin typeface="Segoe UI" panose="020B0502040204020203" pitchFamily="34" charset="0"/>
              <a:cs typeface="Segoe UI" panose="020B0502040204020203" pitchFamily="34" charset="0"/>
            </a:endParaRPr>
          </a:p>
          <a:p>
            <a:pPr algn="ctr"/>
            <a:endParaRPr lang="en-GB" dirty="0">
              <a:solidFill>
                <a:schemeClr val="bg1"/>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9C55EC34-0FFF-4B4F-8761-195752F2B608}"/>
              </a:ext>
            </a:extLst>
          </p:cNvPr>
          <p:cNvSpPr txBox="1"/>
          <p:nvPr/>
        </p:nvSpPr>
        <p:spPr>
          <a:xfrm>
            <a:off x="7374699" y="2145060"/>
            <a:ext cx="1878112" cy="2893100"/>
          </a:xfrm>
          <a:prstGeom prst="rect">
            <a:avLst/>
          </a:prstGeom>
          <a:noFill/>
        </p:spPr>
        <p:txBody>
          <a:bodyPr wrap="square" rtlCol="0">
            <a:spAutoFit/>
          </a:bodyPr>
          <a:lstStyle/>
          <a:p>
            <a:pPr algn="ctr"/>
            <a:r>
              <a:rPr lang="en-GB" sz="1400" b="1" dirty="0">
                <a:solidFill>
                  <a:schemeClr val="bg1"/>
                </a:solidFill>
                <a:latin typeface="Segoe UI" panose="020B0502040204020203" pitchFamily="34" charset="0"/>
                <a:cs typeface="Segoe UI" panose="020B0502040204020203" pitchFamily="34" charset="0"/>
              </a:rPr>
              <a:t>Antagonists: The Blocker</a:t>
            </a:r>
          </a:p>
          <a:p>
            <a:pPr algn="ctr"/>
            <a:br>
              <a:rPr lang="en-GB" sz="1400" dirty="0">
                <a:solidFill>
                  <a:schemeClr val="bg1"/>
                </a:solidFill>
                <a:latin typeface="Segoe UI" panose="020B0502040204020203" pitchFamily="34" charset="0"/>
                <a:cs typeface="Segoe UI" panose="020B0502040204020203" pitchFamily="34" charset="0"/>
              </a:rPr>
            </a:br>
            <a:r>
              <a:rPr lang="en-GB" sz="1400" dirty="0">
                <a:solidFill>
                  <a:schemeClr val="bg1"/>
                </a:solidFill>
                <a:latin typeface="Segoe UI" panose="020B0502040204020203" pitchFamily="34" charset="0"/>
                <a:cs typeface="Segoe UI" panose="020B0502040204020203" pitchFamily="34" charset="0"/>
              </a:rPr>
              <a:t>Our goal is to find antagonists. These molecules block the receptor. They fit in the lock but don't turn it, preventing dopamine from getting in. This is the mechanism for most antipsychotic drugs.</a:t>
            </a:r>
          </a:p>
        </p:txBody>
      </p:sp>
    </p:spTree>
    <p:extLst>
      <p:ext uri="{BB962C8B-B14F-4D97-AF65-F5344CB8AC3E}">
        <p14:creationId xmlns:p14="http://schemas.microsoft.com/office/powerpoint/2010/main" val="2672715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1CACE3-2BE0-4002-87CC-44EC57DEB4E5}"/>
              </a:ext>
            </a:extLst>
          </p:cNvPr>
          <p:cNvSpPr>
            <a:spLocks noGrp="1"/>
          </p:cNvSpPr>
          <p:nvPr>
            <p:ph type="body" sz="quarter" idx="11"/>
          </p:nvPr>
        </p:nvSpPr>
        <p:spPr>
          <a:xfrm>
            <a:off x="1127448" y="1156252"/>
            <a:ext cx="9163384" cy="4495800"/>
          </a:xfrm>
        </p:spPr>
        <p:txBody>
          <a:bodyPr/>
          <a:lstStyle/>
          <a:p>
            <a:pPr algn="ctr"/>
            <a:endParaRPr lang="en-GB" dirty="0"/>
          </a:p>
          <a:p>
            <a:pPr algn="ctr"/>
            <a:endParaRPr lang="en-GB" dirty="0"/>
          </a:p>
          <a:p>
            <a:pPr algn="ctr"/>
            <a:r>
              <a:rPr lang="en-GB" b="1" dirty="0"/>
              <a:t>Our Step-by-Step Workflow</a:t>
            </a:r>
            <a:endParaRPr lang="en-GB" dirty="0"/>
          </a:p>
          <a:p>
            <a:pPr algn="ctr"/>
            <a:r>
              <a:rPr lang="en-GB" u="sng" dirty="0"/>
              <a:t>_____________________________________________________________________</a:t>
            </a:r>
          </a:p>
          <a:p>
            <a:pPr algn="ctr"/>
            <a:r>
              <a:rPr lang="en-GB" dirty="0"/>
              <a:t>A 6 student approach to build the best model </a:t>
            </a:r>
          </a:p>
        </p:txBody>
      </p:sp>
      <p:sp>
        <p:nvSpPr>
          <p:cNvPr id="4" name="Footer Placeholder 3">
            <a:extLst>
              <a:ext uri="{FF2B5EF4-FFF2-40B4-BE49-F238E27FC236}">
                <a16:creationId xmlns:a16="http://schemas.microsoft.com/office/drawing/2014/main" id="{F4E7A079-21CD-498A-9776-E1E7DFD2CB61}"/>
              </a:ext>
            </a:extLst>
          </p:cNvPr>
          <p:cNvSpPr>
            <a:spLocks noGrp="1"/>
          </p:cNvSpPr>
          <p:nvPr>
            <p:ph type="ftr" sz="quarter" idx="12"/>
          </p:nvPr>
        </p:nvSpPr>
        <p:spPr/>
        <p:txBody>
          <a:bodyPr/>
          <a:lstStyle/>
          <a:p>
            <a:pPr>
              <a:defRPr/>
            </a:pPr>
            <a:endParaRPr lang="de-DE"/>
          </a:p>
        </p:txBody>
      </p:sp>
      <p:sp>
        <p:nvSpPr>
          <p:cNvPr id="5" name="Slide Number Placeholder 4">
            <a:extLst>
              <a:ext uri="{FF2B5EF4-FFF2-40B4-BE49-F238E27FC236}">
                <a16:creationId xmlns:a16="http://schemas.microsoft.com/office/drawing/2014/main" id="{1C0409FA-E4C5-4EB5-A44E-56BDDDC13D0D}"/>
              </a:ext>
            </a:extLst>
          </p:cNvPr>
          <p:cNvSpPr>
            <a:spLocks noGrp="1"/>
          </p:cNvSpPr>
          <p:nvPr>
            <p:ph type="sldNum" sz="quarter" idx="13"/>
          </p:nvPr>
        </p:nvSpPr>
        <p:spPr/>
        <p:txBody>
          <a:bodyPr/>
          <a:lstStyle/>
          <a:p>
            <a:pPr>
              <a:defRPr/>
            </a:pPr>
            <a:fld id="{6CD1FB83-203C-41EE-8C47-FF8D51B47D55}" type="slidenum">
              <a:rPr lang="de-DE" altLang="de-DE" smtClean="0"/>
              <a:pPr>
                <a:defRPr/>
              </a:pPr>
              <a:t>7</a:t>
            </a:fld>
            <a:endParaRPr lang="de-DE" altLang="de-DE" dirty="0"/>
          </a:p>
        </p:txBody>
      </p:sp>
      <p:sp>
        <p:nvSpPr>
          <p:cNvPr id="6" name="Date Placeholder 5">
            <a:extLst>
              <a:ext uri="{FF2B5EF4-FFF2-40B4-BE49-F238E27FC236}">
                <a16:creationId xmlns:a16="http://schemas.microsoft.com/office/drawing/2014/main" id="{8BCCDFB5-EE68-4ECB-BDEC-5DA33EBABA67}"/>
              </a:ext>
            </a:extLst>
          </p:cNvPr>
          <p:cNvSpPr>
            <a:spLocks noGrp="1"/>
          </p:cNvSpPr>
          <p:nvPr>
            <p:ph type="dt" sz="half" idx="14"/>
          </p:nvPr>
        </p:nvSpPr>
        <p:spPr/>
        <p:txBody>
          <a:bodyPr/>
          <a:lstStyle/>
          <a:p>
            <a:pPr>
              <a:defRPr/>
            </a:pPr>
            <a:fld id="{A2135F4D-23CC-4BAA-8889-F01A349FB3F8}" type="datetime1">
              <a:rPr lang="de-DE" smtClean="0"/>
              <a:pPr>
                <a:defRPr/>
              </a:pPr>
              <a:t>13.11.2025</a:t>
            </a:fld>
            <a:endParaRPr lang="de-DE" dirty="0"/>
          </a:p>
        </p:txBody>
      </p:sp>
    </p:spTree>
    <p:extLst>
      <p:ext uri="{BB962C8B-B14F-4D97-AF65-F5344CB8AC3E}">
        <p14:creationId xmlns:p14="http://schemas.microsoft.com/office/powerpoint/2010/main" val="411837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F1FA35-60D2-4BB1-8C44-7B018F361FE1}"/>
              </a:ext>
            </a:extLst>
          </p:cNvPr>
          <p:cNvSpPr>
            <a:spLocks noGrp="1"/>
          </p:cNvSpPr>
          <p:nvPr>
            <p:ph type="body" sz="quarter" idx="13"/>
          </p:nvPr>
        </p:nvSpPr>
        <p:spPr/>
        <p:txBody>
          <a:bodyPr/>
          <a:lstStyle/>
          <a:p>
            <a:r>
              <a:rPr lang="en-GB" b="1" dirty="0"/>
              <a:t>Workflow: Data Preparation (Student 1)</a:t>
            </a:r>
          </a:p>
          <a:p>
            <a:endParaRPr lang="en-GB" dirty="0"/>
          </a:p>
          <a:p>
            <a:endParaRPr lang="en-GB" dirty="0"/>
          </a:p>
          <a:p>
            <a:endParaRPr lang="en-GB" dirty="0"/>
          </a:p>
          <a:p>
            <a:endParaRPr lang="en-GB" dirty="0"/>
          </a:p>
          <a:p>
            <a:r>
              <a:rPr lang="en-GB" dirty="0"/>
              <a:t>______________________________________________________</a:t>
            </a:r>
          </a:p>
        </p:txBody>
      </p:sp>
      <p:sp>
        <p:nvSpPr>
          <p:cNvPr id="3" name="Footer Placeholder 2">
            <a:extLst>
              <a:ext uri="{FF2B5EF4-FFF2-40B4-BE49-F238E27FC236}">
                <a16:creationId xmlns:a16="http://schemas.microsoft.com/office/drawing/2014/main" id="{83B0F80A-EF3A-48EE-B393-2EEEA0A4CDC0}"/>
              </a:ext>
            </a:extLst>
          </p:cNvPr>
          <p:cNvSpPr>
            <a:spLocks noGrp="1"/>
          </p:cNvSpPr>
          <p:nvPr>
            <p:ph type="ftr" sz="quarter" idx="14"/>
          </p:nvPr>
        </p:nvSpPr>
        <p:spPr/>
        <p:txBody>
          <a:bodyPr/>
          <a:lstStyle/>
          <a:p>
            <a:pPr>
              <a:defRPr/>
            </a:pPr>
            <a:endParaRPr lang="de-DE"/>
          </a:p>
        </p:txBody>
      </p:sp>
      <p:sp>
        <p:nvSpPr>
          <p:cNvPr id="4" name="Slide Number Placeholder 3">
            <a:extLst>
              <a:ext uri="{FF2B5EF4-FFF2-40B4-BE49-F238E27FC236}">
                <a16:creationId xmlns:a16="http://schemas.microsoft.com/office/drawing/2014/main" id="{D0FDFEC2-8B07-4026-B579-0462CB87F438}"/>
              </a:ext>
            </a:extLst>
          </p:cNvPr>
          <p:cNvSpPr>
            <a:spLocks noGrp="1"/>
          </p:cNvSpPr>
          <p:nvPr>
            <p:ph type="sldNum" sz="quarter" idx="15"/>
          </p:nvPr>
        </p:nvSpPr>
        <p:spPr/>
        <p:txBody>
          <a:bodyPr/>
          <a:lstStyle/>
          <a:p>
            <a:pPr>
              <a:defRPr/>
            </a:pPr>
            <a:fld id="{E4DCBD55-91F0-45C8-9EAD-31C5FB32C79B}" type="slidenum">
              <a:rPr lang="de-DE" altLang="de-DE" smtClean="0"/>
              <a:pPr>
                <a:defRPr/>
              </a:pPr>
              <a:t>8</a:t>
            </a:fld>
            <a:endParaRPr lang="de-DE" altLang="de-DE" dirty="0"/>
          </a:p>
        </p:txBody>
      </p:sp>
      <p:sp>
        <p:nvSpPr>
          <p:cNvPr id="5" name="Date Placeholder 4">
            <a:extLst>
              <a:ext uri="{FF2B5EF4-FFF2-40B4-BE49-F238E27FC236}">
                <a16:creationId xmlns:a16="http://schemas.microsoft.com/office/drawing/2014/main" id="{850A1E8A-1DD2-4782-849E-5FFF06B8F40D}"/>
              </a:ext>
            </a:extLst>
          </p:cNvPr>
          <p:cNvSpPr>
            <a:spLocks noGrp="1"/>
          </p:cNvSpPr>
          <p:nvPr>
            <p:ph type="dt" sz="half" idx="16"/>
          </p:nvPr>
        </p:nvSpPr>
        <p:spPr/>
        <p:txBody>
          <a:bodyPr/>
          <a:lstStyle/>
          <a:p>
            <a:pPr>
              <a:defRPr/>
            </a:pPr>
            <a:fld id="{D3AEF513-E395-4A3D-8E58-0206060B0C19}" type="datetime1">
              <a:rPr lang="de-DE" smtClean="0"/>
              <a:pPr>
                <a:defRPr/>
              </a:pPr>
              <a:t>13.11.2025</a:t>
            </a:fld>
            <a:endParaRPr lang="de-DE" dirty="0"/>
          </a:p>
        </p:txBody>
      </p:sp>
      <p:sp>
        <p:nvSpPr>
          <p:cNvPr id="6" name="TextBox 5">
            <a:extLst>
              <a:ext uri="{FF2B5EF4-FFF2-40B4-BE49-F238E27FC236}">
                <a16:creationId xmlns:a16="http://schemas.microsoft.com/office/drawing/2014/main" id="{DFE8305E-0292-4A59-A456-4106223BCB2B}"/>
              </a:ext>
            </a:extLst>
          </p:cNvPr>
          <p:cNvSpPr txBox="1"/>
          <p:nvPr/>
        </p:nvSpPr>
        <p:spPr>
          <a:xfrm>
            <a:off x="397933" y="2132856"/>
            <a:ext cx="2144440" cy="1815882"/>
          </a:xfrm>
          <a:prstGeom prst="rect">
            <a:avLst/>
          </a:prstGeom>
          <a:noFill/>
        </p:spPr>
        <p:txBody>
          <a:bodyPr wrap="square" rtlCol="0">
            <a:spAutoFit/>
          </a:bodyPr>
          <a:lstStyle/>
          <a:p>
            <a:pPr algn="ctr"/>
            <a:r>
              <a:rPr lang="en-GB" sz="1600" b="1" dirty="0">
                <a:latin typeface="Segoe UI" panose="020B0502040204020203" pitchFamily="34" charset="0"/>
                <a:cs typeface="Segoe UI" panose="020B0502040204020203" pitchFamily="34" charset="0"/>
              </a:rPr>
              <a:t>Load Data</a:t>
            </a:r>
          </a:p>
          <a:p>
            <a:pPr algn="ctr"/>
            <a:r>
              <a:rPr lang="en-GB" sz="1600" dirty="0">
                <a:latin typeface="Segoe UI" panose="020B0502040204020203" pitchFamily="34" charset="0"/>
                <a:cs typeface="Segoe UI" panose="020B0502040204020203" pitchFamily="34" charset="0"/>
              </a:rPr>
              <a:t>Start with the ~12k molecule dataset (SMILES, Activity Type, Activity Value).</a:t>
            </a:r>
          </a:p>
          <a:p>
            <a:pPr algn="ctr"/>
            <a:br>
              <a:rPr lang="en-GB" sz="1600" dirty="0">
                <a:latin typeface="Segoe UI" panose="020B0502040204020203" pitchFamily="34" charset="0"/>
                <a:cs typeface="Segoe UI" panose="020B0502040204020203" pitchFamily="34" charset="0"/>
              </a:rPr>
            </a:br>
            <a:endParaRPr lang="en-GB" sz="1600" dirty="0">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CEC1BBFC-0F99-42DF-A1B7-68C3F79FE5DE}"/>
              </a:ext>
            </a:extLst>
          </p:cNvPr>
          <p:cNvSpPr txBox="1"/>
          <p:nvPr/>
        </p:nvSpPr>
        <p:spPr>
          <a:xfrm>
            <a:off x="2544746" y="3645024"/>
            <a:ext cx="2144440" cy="2062103"/>
          </a:xfrm>
          <a:prstGeom prst="rect">
            <a:avLst/>
          </a:prstGeom>
          <a:noFill/>
        </p:spPr>
        <p:txBody>
          <a:bodyPr wrap="square" rtlCol="0">
            <a:spAutoFit/>
          </a:bodyPr>
          <a:lstStyle/>
          <a:p>
            <a:pPr algn="ctr"/>
            <a:r>
              <a:rPr lang="en-GB" sz="1600" b="1" dirty="0">
                <a:latin typeface="Segoe UI" panose="020B0502040204020203" pitchFamily="34" charset="0"/>
                <a:cs typeface="Segoe UI" panose="020B0502040204020203" pitchFamily="34" charset="0"/>
              </a:rPr>
              <a:t>Clean &amp; Filter</a:t>
            </a:r>
          </a:p>
          <a:p>
            <a:pPr algn="ctr"/>
            <a:r>
              <a:rPr lang="en-GB" sz="1600" dirty="0">
                <a:latin typeface="Segoe UI" panose="020B0502040204020203" pitchFamily="34" charset="0"/>
                <a:cs typeface="Segoe UI" panose="020B0502040204020203" pitchFamily="34" charset="0"/>
              </a:rPr>
              <a:t>Filter for one activity type (Ki), remove salts/solvents, and standardize all SMILES.</a:t>
            </a:r>
          </a:p>
          <a:p>
            <a:pPr algn="ctr"/>
            <a:br>
              <a:rPr lang="en-GB" sz="1600" dirty="0">
                <a:latin typeface="Segoe UI" panose="020B0502040204020203" pitchFamily="34" charset="0"/>
                <a:cs typeface="Segoe UI" panose="020B0502040204020203" pitchFamily="34" charset="0"/>
              </a:rPr>
            </a:br>
            <a:endParaRPr lang="en-GB" sz="1600" dirty="0">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D67DC6DE-A482-4868-B853-45CF9C8839B4}"/>
              </a:ext>
            </a:extLst>
          </p:cNvPr>
          <p:cNvSpPr txBox="1"/>
          <p:nvPr/>
        </p:nvSpPr>
        <p:spPr>
          <a:xfrm>
            <a:off x="4583832" y="1904424"/>
            <a:ext cx="2144440" cy="1323439"/>
          </a:xfrm>
          <a:prstGeom prst="rect">
            <a:avLst/>
          </a:prstGeom>
          <a:noFill/>
        </p:spPr>
        <p:txBody>
          <a:bodyPr wrap="square" rtlCol="0">
            <a:spAutoFit/>
          </a:bodyPr>
          <a:lstStyle/>
          <a:p>
            <a:pPr algn="ctr"/>
            <a:r>
              <a:rPr lang="en-GB" sz="1600" b="1" dirty="0">
                <a:latin typeface="Segoe UI" panose="020B0502040204020203" pitchFamily="34" charset="0"/>
                <a:cs typeface="Segoe UI" panose="020B0502040204020203" pitchFamily="34" charset="0"/>
              </a:rPr>
              <a:t>Create Target (</a:t>
            </a:r>
            <a:r>
              <a:rPr lang="en-GB" sz="1600" b="1" dirty="0" err="1">
                <a:latin typeface="Segoe UI" panose="020B0502040204020203" pitchFamily="34" charset="0"/>
                <a:cs typeface="Segoe UI" panose="020B0502040204020203" pitchFamily="34" charset="0"/>
              </a:rPr>
              <a:t>pKi</a:t>
            </a:r>
            <a:r>
              <a:rPr lang="en-GB" sz="1600" b="1" dirty="0">
                <a:latin typeface="Segoe UI" panose="020B0502040204020203" pitchFamily="34" charset="0"/>
                <a:cs typeface="Segoe UI" panose="020B0502040204020203" pitchFamily="34" charset="0"/>
              </a:rPr>
              <a:t>)</a:t>
            </a:r>
          </a:p>
          <a:p>
            <a:pPr algn="ctr"/>
            <a:r>
              <a:rPr lang="en-GB" sz="1600" dirty="0">
                <a:latin typeface="Segoe UI" panose="020B0502040204020203" pitchFamily="34" charset="0"/>
                <a:cs typeface="Segoe UI" panose="020B0502040204020203" pitchFamily="34" charset="0"/>
              </a:rPr>
              <a:t>Convert Ki (a skewed value) to </a:t>
            </a:r>
            <a:r>
              <a:rPr lang="en-GB" sz="1600" dirty="0" err="1">
                <a:latin typeface="Segoe UI" panose="020B0502040204020203" pitchFamily="34" charset="0"/>
                <a:cs typeface="Segoe UI" panose="020B0502040204020203" pitchFamily="34" charset="0"/>
              </a:rPr>
              <a:t>pKi</a:t>
            </a:r>
            <a:r>
              <a:rPr lang="en-GB" sz="1600" dirty="0">
                <a:latin typeface="Segoe UI" panose="020B0502040204020203" pitchFamily="34" charset="0"/>
                <a:cs typeface="Segoe UI" panose="020B0502040204020203" pitchFamily="34" charset="0"/>
              </a:rPr>
              <a:t> (a log scale) for better model training.</a:t>
            </a:r>
          </a:p>
        </p:txBody>
      </p:sp>
      <p:sp>
        <p:nvSpPr>
          <p:cNvPr id="9" name="TextBox 8">
            <a:extLst>
              <a:ext uri="{FF2B5EF4-FFF2-40B4-BE49-F238E27FC236}">
                <a16:creationId xmlns:a16="http://schemas.microsoft.com/office/drawing/2014/main" id="{B3ECD1F2-1392-4500-9D0A-77400622FBB6}"/>
              </a:ext>
            </a:extLst>
          </p:cNvPr>
          <p:cNvSpPr txBox="1"/>
          <p:nvPr/>
        </p:nvSpPr>
        <p:spPr>
          <a:xfrm>
            <a:off x="6888088" y="3645024"/>
            <a:ext cx="2144440" cy="1815882"/>
          </a:xfrm>
          <a:prstGeom prst="rect">
            <a:avLst/>
          </a:prstGeom>
          <a:noFill/>
        </p:spPr>
        <p:txBody>
          <a:bodyPr wrap="square" rtlCol="0">
            <a:spAutoFit/>
          </a:bodyPr>
          <a:lstStyle/>
          <a:p>
            <a:pPr algn="ctr"/>
            <a:r>
              <a:rPr lang="en-GB" sz="1600" b="1" dirty="0">
                <a:latin typeface="Segoe UI" panose="020B0502040204020203" pitchFamily="34" charset="0"/>
                <a:cs typeface="Segoe UI" panose="020B0502040204020203" pitchFamily="34" charset="0"/>
              </a:rPr>
              <a:t>Split Data</a:t>
            </a:r>
          </a:p>
          <a:p>
            <a:pPr algn="ctr"/>
            <a:r>
              <a:rPr lang="en-GB" sz="1600" dirty="0">
                <a:latin typeface="Segoe UI" panose="020B0502040204020203" pitchFamily="34" charset="0"/>
                <a:cs typeface="Segoe UI" panose="020B0502040204020203" pitchFamily="34" charset="0"/>
              </a:rPr>
              <a:t>Split into 80% Training and 20% Testing sets, using </a:t>
            </a:r>
            <a:r>
              <a:rPr lang="en-GB" sz="1600" dirty="0" err="1">
                <a:latin typeface="Segoe UI" panose="020B0502040204020203" pitchFamily="34" charset="0"/>
                <a:cs typeface="Segoe UI" panose="020B0502040204020203" pitchFamily="34" charset="0"/>
              </a:rPr>
              <a:t>random_state</a:t>
            </a:r>
            <a:r>
              <a:rPr lang="en-GB" sz="1600" dirty="0">
                <a:latin typeface="Segoe UI" panose="020B0502040204020203" pitchFamily="34" charset="0"/>
                <a:cs typeface="Segoe UI" panose="020B0502040204020203" pitchFamily="34" charset="0"/>
              </a:rPr>
              <a:t>=42 for a fair comparison.</a:t>
            </a:r>
          </a:p>
          <a:p>
            <a:pPr algn="ctr"/>
            <a:endParaRPr lang="en-GB" sz="1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44865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013663-2D4A-4AB2-9E22-77B2C8CCEB65}"/>
              </a:ext>
            </a:extLst>
          </p:cNvPr>
          <p:cNvSpPr>
            <a:spLocks noGrp="1"/>
          </p:cNvSpPr>
          <p:nvPr>
            <p:ph type="body" sz="quarter" idx="10"/>
          </p:nvPr>
        </p:nvSpPr>
        <p:spPr/>
        <p:txBody>
          <a:bodyPr/>
          <a:lstStyle/>
          <a:p>
            <a:r>
              <a:rPr lang="en-GB" b="1" dirty="0"/>
              <a:t>Four Experiments (students 2-5)</a:t>
            </a:r>
          </a:p>
          <a:p>
            <a:endParaRPr lang="en-GB" dirty="0"/>
          </a:p>
        </p:txBody>
      </p:sp>
      <p:sp>
        <p:nvSpPr>
          <p:cNvPr id="3" name="Text Placeholder 2">
            <a:extLst>
              <a:ext uri="{FF2B5EF4-FFF2-40B4-BE49-F238E27FC236}">
                <a16:creationId xmlns:a16="http://schemas.microsoft.com/office/drawing/2014/main" id="{02A3F350-B0F7-4C35-85A8-91D9FBB06C74}"/>
              </a:ext>
            </a:extLst>
          </p:cNvPr>
          <p:cNvSpPr>
            <a:spLocks noGrp="1"/>
          </p:cNvSpPr>
          <p:nvPr>
            <p:ph type="body" sz="quarter" idx="11"/>
          </p:nvPr>
        </p:nvSpPr>
        <p:spPr/>
        <p:txBody>
          <a:bodyPr/>
          <a:lstStyle/>
          <a:p>
            <a:pPr>
              <a:buFont typeface="Arial" panose="020B0604020202020204" pitchFamily="34" charset="0"/>
              <a:buChar char="•"/>
            </a:pPr>
            <a:r>
              <a:rPr lang="en-GB" dirty="0"/>
              <a:t>Experiment 1: </a:t>
            </a:r>
            <a:r>
              <a:rPr lang="en-GB" dirty="0" err="1"/>
              <a:t>RDKit</a:t>
            </a:r>
            <a:r>
              <a:rPr lang="en-GB" dirty="0"/>
              <a:t> Descriptors + </a:t>
            </a:r>
            <a:r>
              <a:rPr lang="en-GB" dirty="0" err="1"/>
              <a:t>XGBoost</a:t>
            </a:r>
            <a:endParaRPr lang="en-GB" dirty="0"/>
          </a:p>
          <a:p>
            <a:pPr>
              <a:buFont typeface="Arial" panose="020B0604020202020204" pitchFamily="34" charset="0"/>
              <a:buChar char="•"/>
            </a:pPr>
            <a:r>
              <a:rPr lang="en-GB" dirty="0"/>
              <a:t>Experiment 2: </a:t>
            </a:r>
            <a:r>
              <a:rPr lang="en-GB" dirty="0" err="1"/>
              <a:t>RDKit</a:t>
            </a:r>
            <a:r>
              <a:rPr lang="en-GB" dirty="0"/>
              <a:t> Descriptors + MLP</a:t>
            </a:r>
          </a:p>
          <a:p>
            <a:pPr>
              <a:buFont typeface="Arial" panose="020B0604020202020204" pitchFamily="34" charset="0"/>
              <a:buChar char="•"/>
            </a:pPr>
            <a:r>
              <a:rPr lang="en-GB" dirty="0"/>
              <a:t>Experiment 3: Morgan Fingerprints + </a:t>
            </a:r>
            <a:r>
              <a:rPr lang="en-GB" dirty="0" err="1"/>
              <a:t>XGBoost</a:t>
            </a:r>
            <a:endParaRPr lang="en-GB" dirty="0"/>
          </a:p>
          <a:p>
            <a:pPr>
              <a:buFont typeface="Arial" panose="020B0604020202020204" pitchFamily="34" charset="0"/>
              <a:buChar char="•"/>
            </a:pPr>
            <a:r>
              <a:rPr lang="en-GB" dirty="0"/>
              <a:t>Experiment 4: Morgan Fingerprints + MLP</a:t>
            </a:r>
          </a:p>
          <a:p>
            <a:endParaRPr lang="en-GB" dirty="0"/>
          </a:p>
        </p:txBody>
      </p:sp>
      <p:sp>
        <p:nvSpPr>
          <p:cNvPr id="4" name="Footer Placeholder 3">
            <a:extLst>
              <a:ext uri="{FF2B5EF4-FFF2-40B4-BE49-F238E27FC236}">
                <a16:creationId xmlns:a16="http://schemas.microsoft.com/office/drawing/2014/main" id="{2BFFA3B6-DDA9-4F09-B208-0A57C0D0A312}"/>
              </a:ext>
            </a:extLst>
          </p:cNvPr>
          <p:cNvSpPr>
            <a:spLocks noGrp="1"/>
          </p:cNvSpPr>
          <p:nvPr>
            <p:ph type="ftr" sz="quarter" idx="12"/>
          </p:nvPr>
        </p:nvSpPr>
        <p:spPr/>
        <p:txBody>
          <a:bodyPr/>
          <a:lstStyle/>
          <a:p>
            <a:pPr>
              <a:defRPr/>
            </a:pPr>
            <a:endParaRPr lang="de-DE"/>
          </a:p>
        </p:txBody>
      </p:sp>
      <p:sp>
        <p:nvSpPr>
          <p:cNvPr id="5" name="Slide Number Placeholder 4">
            <a:extLst>
              <a:ext uri="{FF2B5EF4-FFF2-40B4-BE49-F238E27FC236}">
                <a16:creationId xmlns:a16="http://schemas.microsoft.com/office/drawing/2014/main" id="{02745F44-4C4C-41FD-BDCD-BCD118BA7680}"/>
              </a:ext>
            </a:extLst>
          </p:cNvPr>
          <p:cNvSpPr>
            <a:spLocks noGrp="1"/>
          </p:cNvSpPr>
          <p:nvPr>
            <p:ph type="sldNum" sz="quarter" idx="13"/>
          </p:nvPr>
        </p:nvSpPr>
        <p:spPr/>
        <p:txBody>
          <a:bodyPr/>
          <a:lstStyle/>
          <a:p>
            <a:pPr>
              <a:defRPr/>
            </a:pPr>
            <a:fld id="{6CD1FB83-203C-41EE-8C47-FF8D51B47D55}" type="slidenum">
              <a:rPr lang="de-DE" altLang="de-DE" smtClean="0"/>
              <a:pPr>
                <a:defRPr/>
              </a:pPr>
              <a:t>9</a:t>
            </a:fld>
            <a:endParaRPr lang="de-DE" altLang="de-DE" dirty="0"/>
          </a:p>
        </p:txBody>
      </p:sp>
      <p:sp>
        <p:nvSpPr>
          <p:cNvPr id="6" name="Date Placeholder 5">
            <a:extLst>
              <a:ext uri="{FF2B5EF4-FFF2-40B4-BE49-F238E27FC236}">
                <a16:creationId xmlns:a16="http://schemas.microsoft.com/office/drawing/2014/main" id="{8CEDD9C3-4096-4C60-8ADD-2BB67D4991F4}"/>
              </a:ext>
            </a:extLst>
          </p:cNvPr>
          <p:cNvSpPr>
            <a:spLocks noGrp="1"/>
          </p:cNvSpPr>
          <p:nvPr>
            <p:ph type="dt" sz="half" idx="14"/>
          </p:nvPr>
        </p:nvSpPr>
        <p:spPr/>
        <p:txBody>
          <a:bodyPr/>
          <a:lstStyle/>
          <a:p>
            <a:pPr>
              <a:defRPr/>
            </a:pPr>
            <a:fld id="{A2135F4D-23CC-4BAA-8889-F01A349FB3F8}" type="datetime1">
              <a:rPr lang="de-DE" smtClean="0"/>
              <a:pPr>
                <a:defRPr/>
              </a:pPr>
              <a:t>13.11.2025</a:t>
            </a:fld>
            <a:endParaRPr lang="de-DE" dirty="0"/>
          </a:p>
        </p:txBody>
      </p:sp>
    </p:spTree>
    <p:extLst>
      <p:ext uri="{BB962C8B-B14F-4D97-AF65-F5344CB8AC3E}">
        <p14:creationId xmlns:p14="http://schemas.microsoft.com/office/powerpoint/2010/main" val="2343235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540FBA-9CA5-4323-9B06-80B4518A7888}"/>
              </a:ext>
            </a:extLst>
          </p:cNvPr>
          <p:cNvSpPr>
            <a:spLocks noGrp="1"/>
          </p:cNvSpPr>
          <p:nvPr>
            <p:ph type="body" sz="quarter" idx="13"/>
          </p:nvPr>
        </p:nvSpPr>
        <p:spPr/>
        <p:txBody>
          <a:bodyPr/>
          <a:lstStyle/>
          <a:p>
            <a:endParaRPr lang="en-GB" dirty="0"/>
          </a:p>
        </p:txBody>
      </p:sp>
      <p:sp>
        <p:nvSpPr>
          <p:cNvPr id="3" name="Footer Placeholder 2">
            <a:extLst>
              <a:ext uri="{FF2B5EF4-FFF2-40B4-BE49-F238E27FC236}">
                <a16:creationId xmlns:a16="http://schemas.microsoft.com/office/drawing/2014/main" id="{18786F98-449F-42BC-BACC-91390D4E405A}"/>
              </a:ext>
            </a:extLst>
          </p:cNvPr>
          <p:cNvSpPr>
            <a:spLocks noGrp="1"/>
          </p:cNvSpPr>
          <p:nvPr>
            <p:ph type="ftr" sz="quarter" idx="14"/>
          </p:nvPr>
        </p:nvSpPr>
        <p:spPr/>
        <p:txBody>
          <a:bodyPr/>
          <a:lstStyle/>
          <a:p>
            <a:pPr>
              <a:defRPr/>
            </a:pPr>
            <a:endParaRPr lang="de-DE"/>
          </a:p>
        </p:txBody>
      </p:sp>
      <p:sp>
        <p:nvSpPr>
          <p:cNvPr id="4" name="Slide Number Placeholder 3">
            <a:extLst>
              <a:ext uri="{FF2B5EF4-FFF2-40B4-BE49-F238E27FC236}">
                <a16:creationId xmlns:a16="http://schemas.microsoft.com/office/drawing/2014/main" id="{EFB7B4CA-221D-4C86-A23F-13CCC3A6A289}"/>
              </a:ext>
            </a:extLst>
          </p:cNvPr>
          <p:cNvSpPr>
            <a:spLocks noGrp="1"/>
          </p:cNvSpPr>
          <p:nvPr>
            <p:ph type="sldNum" sz="quarter" idx="15"/>
          </p:nvPr>
        </p:nvSpPr>
        <p:spPr/>
        <p:txBody>
          <a:bodyPr/>
          <a:lstStyle/>
          <a:p>
            <a:pPr>
              <a:defRPr/>
            </a:pPr>
            <a:fld id="{2E5EB353-52B3-4C59-974B-DBFB9536EF79}" type="slidenum">
              <a:rPr lang="de-DE" altLang="de-DE" smtClean="0"/>
              <a:pPr>
                <a:defRPr/>
              </a:pPr>
              <a:t>10</a:t>
            </a:fld>
            <a:endParaRPr lang="de-DE" altLang="de-DE" dirty="0"/>
          </a:p>
        </p:txBody>
      </p:sp>
      <p:sp>
        <p:nvSpPr>
          <p:cNvPr id="5" name="Date Placeholder 4">
            <a:extLst>
              <a:ext uri="{FF2B5EF4-FFF2-40B4-BE49-F238E27FC236}">
                <a16:creationId xmlns:a16="http://schemas.microsoft.com/office/drawing/2014/main" id="{07082CDB-65D8-44C3-A05A-114562B74DDC}"/>
              </a:ext>
            </a:extLst>
          </p:cNvPr>
          <p:cNvSpPr>
            <a:spLocks noGrp="1"/>
          </p:cNvSpPr>
          <p:nvPr>
            <p:ph type="dt" sz="half" idx="16"/>
          </p:nvPr>
        </p:nvSpPr>
        <p:spPr/>
        <p:txBody>
          <a:bodyPr/>
          <a:lstStyle/>
          <a:p>
            <a:pPr>
              <a:defRPr/>
            </a:pPr>
            <a:fld id="{C9CF090C-F802-4A98-AB4C-52BD67E56E9F}" type="datetime1">
              <a:rPr lang="de-DE" smtClean="0"/>
              <a:pPr>
                <a:defRPr/>
              </a:pPr>
              <a:t>13.11.2025</a:t>
            </a:fld>
            <a:endParaRPr lang="de-DE" dirty="0"/>
          </a:p>
        </p:txBody>
      </p:sp>
      <p:pic>
        <p:nvPicPr>
          <p:cNvPr id="6" name="Picture 5">
            <a:extLst>
              <a:ext uri="{FF2B5EF4-FFF2-40B4-BE49-F238E27FC236}">
                <a16:creationId xmlns:a16="http://schemas.microsoft.com/office/drawing/2014/main" id="{299E85D8-24E7-4740-B3FB-E7CBEEEEEF2F}"/>
              </a:ext>
            </a:extLst>
          </p:cNvPr>
          <p:cNvPicPr>
            <a:picLocks noChangeAspect="1"/>
          </p:cNvPicPr>
          <p:nvPr/>
        </p:nvPicPr>
        <p:blipFill>
          <a:blip r:embed="rId2"/>
          <a:stretch>
            <a:fillRect/>
          </a:stretch>
        </p:blipFill>
        <p:spPr>
          <a:xfrm>
            <a:off x="6782334" y="889125"/>
            <a:ext cx="5036270" cy="5079749"/>
          </a:xfrm>
          <a:prstGeom prst="rect">
            <a:avLst/>
          </a:prstGeom>
        </p:spPr>
      </p:pic>
      <p:sp>
        <p:nvSpPr>
          <p:cNvPr id="8" name="TextBox 7">
            <a:extLst>
              <a:ext uri="{FF2B5EF4-FFF2-40B4-BE49-F238E27FC236}">
                <a16:creationId xmlns:a16="http://schemas.microsoft.com/office/drawing/2014/main" id="{6C9BC4CE-B6EA-4887-A340-E64A3607A728}"/>
              </a:ext>
            </a:extLst>
          </p:cNvPr>
          <p:cNvSpPr txBox="1"/>
          <p:nvPr/>
        </p:nvSpPr>
        <p:spPr>
          <a:xfrm>
            <a:off x="661802" y="1556792"/>
            <a:ext cx="5218174" cy="1569660"/>
          </a:xfrm>
          <a:prstGeom prst="rect">
            <a:avLst/>
          </a:prstGeom>
          <a:noFill/>
        </p:spPr>
        <p:txBody>
          <a:bodyPr wrap="square" rtlCol="0">
            <a:spAutoFit/>
          </a:bodyPr>
          <a:lstStyle/>
          <a:p>
            <a:r>
              <a:rPr lang="en-GB" sz="3200" dirty="0">
                <a:solidFill>
                  <a:schemeClr val="accent3">
                    <a:lumMod val="90000"/>
                    <a:lumOff val="10000"/>
                  </a:schemeClr>
                </a:solidFill>
                <a:latin typeface="Segoe UI" panose="020B0502040204020203" pitchFamily="34" charset="0"/>
                <a:cs typeface="Segoe UI" panose="020B0502040204020203" pitchFamily="34" charset="0"/>
              </a:rPr>
              <a:t>Experiment 1:</a:t>
            </a:r>
          </a:p>
          <a:p>
            <a:r>
              <a:rPr lang="en-GB" sz="3200" dirty="0" err="1">
                <a:solidFill>
                  <a:schemeClr val="accent3">
                    <a:lumMod val="90000"/>
                    <a:lumOff val="10000"/>
                  </a:schemeClr>
                </a:solidFill>
                <a:latin typeface="Segoe UI" panose="020B0502040204020203" pitchFamily="34" charset="0"/>
                <a:cs typeface="Segoe UI" panose="020B0502040204020203" pitchFamily="34" charset="0"/>
              </a:rPr>
              <a:t>RDKit</a:t>
            </a:r>
            <a:r>
              <a:rPr lang="en-GB" sz="3200" dirty="0">
                <a:solidFill>
                  <a:schemeClr val="accent3">
                    <a:lumMod val="90000"/>
                    <a:lumOff val="10000"/>
                  </a:schemeClr>
                </a:solidFill>
                <a:latin typeface="Segoe UI" panose="020B0502040204020203" pitchFamily="34" charset="0"/>
                <a:cs typeface="Segoe UI" panose="020B0502040204020203" pitchFamily="34" charset="0"/>
              </a:rPr>
              <a:t> Descriptors + </a:t>
            </a:r>
            <a:r>
              <a:rPr lang="en-GB" sz="3200" dirty="0" err="1">
                <a:solidFill>
                  <a:schemeClr val="accent3">
                    <a:lumMod val="90000"/>
                    <a:lumOff val="10000"/>
                  </a:schemeClr>
                </a:solidFill>
                <a:latin typeface="Segoe UI" panose="020B0502040204020203" pitchFamily="34" charset="0"/>
                <a:cs typeface="Segoe UI" panose="020B0502040204020203" pitchFamily="34" charset="0"/>
              </a:rPr>
              <a:t>XGBoost</a:t>
            </a:r>
            <a:endParaRPr lang="en-GB" sz="3200" dirty="0">
              <a:solidFill>
                <a:schemeClr val="accent3">
                  <a:lumMod val="90000"/>
                  <a:lumOff val="10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88927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540FBA-9CA5-4323-9B06-80B4518A7888}"/>
              </a:ext>
            </a:extLst>
          </p:cNvPr>
          <p:cNvSpPr>
            <a:spLocks noGrp="1"/>
          </p:cNvSpPr>
          <p:nvPr>
            <p:ph type="body" sz="quarter" idx="13"/>
          </p:nvPr>
        </p:nvSpPr>
        <p:spPr/>
        <p:txBody>
          <a:bodyPr/>
          <a:lstStyle/>
          <a:p>
            <a:endParaRPr lang="en-GB" dirty="0"/>
          </a:p>
        </p:txBody>
      </p:sp>
      <p:sp>
        <p:nvSpPr>
          <p:cNvPr id="3" name="Footer Placeholder 2">
            <a:extLst>
              <a:ext uri="{FF2B5EF4-FFF2-40B4-BE49-F238E27FC236}">
                <a16:creationId xmlns:a16="http://schemas.microsoft.com/office/drawing/2014/main" id="{18786F98-449F-42BC-BACC-91390D4E405A}"/>
              </a:ext>
            </a:extLst>
          </p:cNvPr>
          <p:cNvSpPr>
            <a:spLocks noGrp="1"/>
          </p:cNvSpPr>
          <p:nvPr>
            <p:ph type="ftr" sz="quarter" idx="14"/>
          </p:nvPr>
        </p:nvSpPr>
        <p:spPr/>
        <p:txBody>
          <a:bodyPr/>
          <a:lstStyle/>
          <a:p>
            <a:pPr>
              <a:defRPr/>
            </a:pPr>
            <a:endParaRPr lang="de-DE"/>
          </a:p>
        </p:txBody>
      </p:sp>
      <p:sp>
        <p:nvSpPr>
          <p:cNvPr id="4" name="Slide Number Placeholder 3">
            <a:extLst>
              <a:ext uri="{FF2B5EF4-FFF2-40B4-BE49-F238E27FC236}">
                <a16:creationId xmlns:a16="http://schemas.microsoft.com/office/drawing/2014/main" id="{EFB7B4CA-221D-4C86-A23F-13CCC3A6A289}"/>
              </a:ext>
            </a:extLst>
          </p:cNvPr>
          <p:cNvSpPr>
            <a:spLocks noGrp="1"/>
          </p:cNvSpPr>
          <p:nvPr>
            <p:ph type="sldNum" sz="quarter" idx="15"/>
          </p:nvPr>
        </p:nvSpPr>
        <p:spPr/>
        <p:txBody>
          <a:bodyPr/>
          <a:lstStyle/>
          <a:p>
            <a:pPr>
              <a:defRPr/>
            </a:pPr>
            <a:fld id="{2E5EB353-52B3-4C59-974B-DBFB9536EF79}" type="slidenum">
              <a:rPr lang="de-DE" altLang="de-DE" smtClean="0"/>
              <a:pPr>
                <a:defRPr/>
              </a:pPr>
              <a:t>11</a:t>
            </a:fld>
            <a:endParaRPr lang="de-DE" altLang="de-DE" dirty="0"/>
          </a:p>
        </p:txBody>
      </p:sp>
      <p:sp>
        <p:nvSpPr>
          <p:cNvPr id="5" name="Date Placeholder 4">
            <a:extLst>
              <a:ext uri="{FF2B5EF4-FFF2-40B4-BE49-F238E27FC236}">
                <a16:creationId xmlns:a16="http://schemas.microsoft.com/office/drawing/2014/main" id="{07082CDB-65D8-44C3-A05A-114562B74DDC}"/>
              </a:ext>
            </a:extLst>
          </p:cNvPr>
          <p:cNvSpPr>
            <a:spLocks noGrp="1"/>
          </p:cNvSpPr>
          <p:nvPr>
            <p:ph type="dt" sz="half" idx="16"/>
          </p:nvPr>
        </p:nvSpPr>
        <p:spPr/>
        <p:txBody>
          <a:bodyPr/>
          <a:lstStyle/>
          <a:p>
            <a:pPr>
              <a:defRPr/>
            </a:pPr>
            <a:fld id="{C9CF090C-F802-4A98-AB4C-52BD67E56E9F}" type="datetime1">
              <a:rPr lang="de-DE" smtClean="0"/>
              <a:pPr>
                <a:defRPr/>
              </a:pPr>
              <a:t>13.11.2025</a:t>
            </a:fld>
            <a:endParaRPr lang="de-DE" dirty="0"/>
          </a:p>
        </p:txBody>
      </p:sp>
      <p:sp>
        <p:nvSpPr>
          <p:cNvPr id="8" name="TextBox 7">
            <a:extLst>
              <a:ext uri="{FF2B5EF4-FFF2-40B4-BE49-F238E27FC236}">
                <a16:creationId xmlns:a16="http://schemas.microsoft.com/office/drawing/2014/main" id="{6C9BC4CE-B6EA-4887-A340-E64A3607A728}"/>
              </a:ext>
            </a:extLst>
          </p:cNvPr>
          <p:cNvSpPr txBox="1"/>
          <p:nvPr/>
        </p:nvSpPr>
        <p:spPr>
          <a:xfrm>
            <a:off x="661802" y="1556792"/>
            <a:ext cx="5218174" cy="1077218"/>
          </a:xfrm>
          <a:prstGeom prst="rect">
            <a:avLst/>
          </a:prstGeom>
          <a:noFill/>
        </p:spPr>
        <p:txBody>
          <a:bodyPr wrap="square" rtlCol="0">
            <a:spAutoFit/>
          </a:bodyPr>
          <a:lstStyle/>
          <a:p>
            <a:r>
              <a:rPr lang="en-GB" sz="3200" dirty="0">
                <a:solidFill>
                  <a:schemeClr val="accent3">
                    <a:lumMod val="90000"/>
                    <a:lumOff val="10000"/>
                  </a:schemeClr>
                </a:solidFill>
                <a:latin typeface="Segoe UI" panose="020B0502040204020203" pitchFamily="34" charset="0"/>
                <a:cs typeface="Segoe UI" panose="020B0502040204020203" pitchFamily="34" charset="0"/>
              </a:rPr>
              <a:t>Experiment 2:</a:t>
            </a:r>
          </a:p>
          <a:p>
            <a:r>
              <a:rPr lang="en-GB" sz="3200" dirty="0" err="1">
                <a:solidFill>
                  <a:schemeClr val="accent3">
                    <a:lumMod val="90000"/>
                    <a:lumOff val="10000"/>
                  </a:schemeClr>
                </a:solidFill>
                <a:latin typeface="Segoe UI" panose="020B0502040204020203" pitchFamily="34" charset="0"/>
                <a:cs typeface="Segoe UI" panose="020B0502040204020203" pitchFamily="34" charset="0"/>
              </a:rPr>
              <a:t>RDKit</a:t>
            </a:r>
            <a:r>
              <a:rPr lang="en-GB" sz="3200" dirty="0">
                <a:solidFill>
                  <a:schemeClr val="accent3">
                    <a:lumMod val="90000"/>
                    <a:lumOff val="10000"/>
                  </a:schemeClr>
                </a:solidFill>
                <a:latin typeface="Segoe UI" panose="020B0502040204020203" pitchFamily="34" charset="0"/>
                <a:cs typeface="Segoe UI" panose="020B0502040204020203" pitchFamily="34" charset="0"/>
              </a:rPr>
              <a:t> Descriptors + MLP</a:t>
            </a:r>
          </a:p>
        </p:txBody>
      </p:sp>
      <p:pic>
        <p:nvPicPr>
          <p:cNvPr id="9" name="Picture 8">
            <a:extLst>
              <a:ext uri="{FF2B5EF4-FFF2-40B4-BE49-F238E27FC236}">
                <a16:creationId xmlns:a16="http://schemas.microsoft.com/office/drawing/2014/main" id="{5CA94775-F49B-4A94-9AB9-BA8D1D8C43E4}"/>
              </a:ext>
            </a:extLst>
          </p:cNvPr>
          <p:cNvPicPr>
            <a:picLocks noChangeAspect="1"/>
          </p:cNvPicPr>
          <p:nvPr/>
        </p:nvPicPr>
        <p:blipFill>
          <a:blip r:embed="rId2"/>
          <a:stretch>
            <a:fillRect/>
          </a:stretch>
        </p:blipFill>
        <p:spPr>
          <a:xfrm>
            <a:off x="6596200" y="1012152"/>
            <a:ext cx="5222404" cy="5222404"/>
          </a:xfrm>
          <a:prstGeom prst="rect">
            <a:avLst/>
          </a:prstGeom>
        </p:spPr>
      </p:pic>
    </p:spTree>
    <p:extLst>
      <p:ext uri="{BB962C8B-B14F-4D97-AF65-F5344CB8AC3E}">
        <p14:creationId xmlns:p14="http://schemas.microsoft.com/office/powerpoint/2010/main" val="4052657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540FBA-9CA5-4323-9B06-80B4518A7888}"/>
              </a:ext>
            </a:extLst>
          </p:cNvPr>
          <p:cNvSpPr>
            <a:spLocks noGrp="1"/>
          </p:cNvSpPr>
          <p:nvPr>
            <p:ph type="body" sz="quarter" idx="13"/>
          </p:nvPr>
        </p:nvSpPr>
        <p:spPr/>
        <p:txBody>
          <a:bodyPr/>
          <a:lstStyle/>
          <a:p>
            <a:endParaRPr lang="en-GB" dirty="0"/>
          </a:p>
        </p:txBody>
      </p:sp>
      <p:sp>
        <p:nvSpPr>
          <p:cNvPr id="3" name="Footer Placeholder 2">
            <a:extLst>
              <a:ext uri="{FF2B5EF4-FFF2-40B4-BE49-F238E27FC236}">
                <a16:creationId xmlns:a16="http://schemas.microsoft.com/office/drawing/2014/main" id="{18786F98-449F-42BC-BACC-91390D4E405A}"/>
              </a:ext>
            </a:extLst>
          </p:cNvPr>
          <p:cNvSpPr>
            <a:spLocks noGrp="1"/>
          </p:cNvSpPr>
          <p:nvPr>
            <p:ph type="ftr" sz="quarter" idx="14"/>
          </p:nvPr>
        </p:nvSpPr>
        <p:spPr/>
        <p:txBody>
          <a:bodyPr/>
          <a:lstStyle/>
          <a:p>
            <a:pPr>
              <a:defRPr/>
            </a:pPr>
            <a:endParaRPr lang="de-DE"/>
          </a:p>
        </p:txBody>
      </p:sp>
      <p:sp>
        <p:nvSpPr>
          <p:cNvPr id="4" name="Slide Number Placeholder 3">
            <a:extLst>
              <a:ext uri="{FF2B5EF4-FFF2-40B4-BE49-F238E27FC236}">
                <a16:creationId xmlns:a16="http://schemas.microsoft.com/office/drawing/2014/main" id="{EFB7B4CA-221D-4C86-A23F-13CCC3A6A289}"/>
              </a:ext>
            </a:extLst>
          </p:cNvPr>
          <p:cNvSpPr>
            <a:spLocks noGrp="1"/>
          </p:cNvSpPr>
          <p:nvPr>
            <p:ph type="sldNum" sz="quarter" idx="15"/>
          </p:nvPr>
        </p:nvSpPr>
        <p:spPr/>
        <p:txBody>
          <a:bodyPr/>
          <a:lstStyle/>
          <a:p>
            <a:pPr>
              <a:defRPr/>
            </a:pPr>
            <a:fld id="{2E5EB353-52B3-4C59-974B-DBFB9536EF79}" type="slidenum">
              <a:rPr lang="de-DE" altLang="de-DE" smtClean="0"/>
              <a:pPr>
                <a:defRPr/>
              </a:pPr>
              <a:t>12</a:t>
            </a:fld>
            <a:endParaRPr lang="de-DE" altLang="de-DE" dirty="0"/>
          </a:p>
        </p:txBody>
      </p:sp>
      <p:sp>
        <p:nvSpPr>
          <p:cNvPr id="5" name="Date Placeholder 4">
            <a:extLst>
              <a:ext uri="{FF2B5EF4-FFF2-40B4-BE49-F238E27FC236}">
                <a16:creationId xmlns:a16="http://schemas.microsoft.com/office/drawing/2014/main" id="{07082CDB-65D8-44C3-A05A-114562B74DDC}"/>
              </a:ext>
            </a:extLst>
          </p:cNvPr>
          <p:cNvSpPr>
            <a:spLocks noGrp="1"/>
          </p:cNvSpPr>
          <p:nvPr>
            <p:ph type="dt" sz="half" idx="16"/>
          </p:nvPr>
        </p:nvSpPr>
        <p:spPr/>
        <p:txBody>
          <a:bodyPr/>
          <a:lstStyle/>
          <a:p>
            <a:pPr>
              <a:defRPr/>
            </a:pPr>
            <a:fld id="{C9CF090C-F802-4A98-AB4C-52BD67E56E9F}" type="datetime1">
              <a:rPr lang="de-DE" smtClean="0"/>
              <a:pPr>
                <a:defRPr/>
              </a:pPr>
              <a:t>13.11.2025</a:t>
            </a:fld>
            <a:endParaRPr lang="de-DE" dirty="0"/>
          </a:p>
        </p:txBody>
      </p:sp>
      <p:sp>
        <p:nvSpPr>
          <p:cNvPr id="8" name="TextBox 7">
            <a:extLst>
              <a:ext uri="{FF2B5EF4-FFF2-40B4-BE49-F238E27FC236}">
                <a16:creationId xmlns:a16="http://schemas.microsoft.com/office/drawing/2014/main" id="{6C9BC4CE-B6EA-4887-A340-E64A3607A728}"/>
              </a:ext>
            </a:extLst>
          </p:cNvPr>
          <p:cNvSpPr txBox="1"/>
          <p:nvPr/>
        </p:nvSpPr>
        <p:spPr>
          <a:xfrm>
            <a:off x="661802" y="1556792"/>
            <a:ext cx="5218174" cy="1569660"/>
          </a:xfrm>
          <a:prstGeom prst="rect">
            <a:avLst/>
          </a:prstGeom>
          <a:noFill/>
        </p:spPr>
        <p:txBody>
          <a:bodyPr wrap="square" rtlCol="0">
            <a:spAutoFit/>
          </a:bodyPr>
          <a:lstStyle/>
          <a:p>
            <a:r>
              <a:rPr lang="en-GB" sz="3200" dirty="0">
                <a:solidFill>
                  <a:schemeClr val="accent3">
                    <a:lumMod val="90000"/>
                    <a:lumOff val="10000"/>
                  </a:schemeClr>
                </a:solidFill>
                <a:latin typeface="Segoe UI" panose="020B0502040204020203" pitchFamily="34" charset="0"/>
                <a:cs typeface="Segoe UI" panose="020B0502040204020203" pitchFamily="34" charset="0"/>
              </a:rPr>
              <a:t>Experiment 3:</a:t>
            </a:r>
          </a:p>
          <a:p>
            <a:r>
              <a:rPr lang="en-GB" sz="3200" dirty="0">
                <a:solidFill>
                  <a:schemeClr val="accent3">
                    <a:lumMod val="90000"/>
                    <a:lumOff val="10000"/>
                  </a:schemeClr>
                </a:solidFill>
                <a:latin typeface="Segoe UI" panose="020B0502040204020203" pitchFamily="34" charset="0"/>
                <a:cs typeface="Segoe UI" panose="020B0502040204020203" pitchFamily="34" charset="0"/>
              </a:rPr>
              <a:t>Morgan Fingerprints + </a:t>
            </a:r>
            <a:r>
              <a:rPr lang="en-GB" sz="3200" dirty="0" err="1">
                <a:solidFill>
                  <a:schemeClr val="accent3">
                    <a:lumMod val="90000"/>
                    <a:lumOff val="10000"/>
                  </a:schemeClr>
                </a:solidFill>
                <a:latin typeface="Segoe UI" panose="020B0502040204020203" pitchFamily="34" charset="0"/>
                <a:cs typeface="Segoe UI" panose="020B0502040204020203" pitchFamily="34" charset="0"/>
              </a:rPr>
              <a:t>XGBoost</a:t>
            </a:r>
            <a:endParaRPr lang="en-GB" sz="3200" dirty="0">
              <a:solidFill>
                <a:schemeClr val="accent3">
                  <a:lumMod val="90000"/>
                  <a:lumOff val="10000"/>
                </a:schemeClr>
              </a:solidFill>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B5C0A780-1686-4B17-89EE-A9EA271B2575}"/>
              </a:ext>
            </a:extLst>
          </p:cNvPr>
          <p:cNvPicPr>
            <a:picLocks noChangeAspect="1"/>
          </p:cNvPicPr>
          <p:nvPr/>
        </p:nvPicPr>
        <p:blipFill>
          <a:blip r:embed="rId2"/>
          <a:stretch>
            <a:fillRect/>
          </a:stretch>
        </p:blipFill>
        <p:spPr>
          <a:xfrm>
            <a:off x="6768766" y="1029643"/>
            <a:ext cx="5049838" cy="5049838"/>
          </a:xfrm>
          <a:prstGeom prst="rect">
            <a:avLst/>
          </a:prstGeom>
        </p:spPr>
      </p:pic>
    </p:spTree>
    <p:extLst>
      <p:ext uri="{BB962C8B-B14F-4D97-AF65-F5344CB8AC3E}">
        <p14:creationId xmlns:p14="http://schemas.microsoft.com/office/powerpoint/2010/main" val="3809434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540FBA-9CA5-4323-9B06-80B4518A7888}"/>
              </a:ext>
            </a:extLst>
          </p:cNvPr>
          <p:cNvSpPr>
            <a:spLocks noGrp="1"/>
          </p:cNvSpPr>
          <p:nvPr>
            <p:ph type="body" sz="quarter" idx="13"/>
          </p:nvPr>
        </p:nvSpPr>
        <p:spPr>
          <a:xfrm>
            <a:off x="6768766" y="1133763"/>
            <a:ext cx="5049838" cy="4712085"/>
          </a:xfrm>
        </p:spPr>
        <p:txBody>
          <a:bodyPr/>
          <a:lstStyle/>
          <a:p>
            <a:endParaRPr lang="en-GB" dirty="0"/>
          </a:p>
        </p:txBody>
      </p:sp>
      <p:sp>
        <p:nvSpPr>
          <p:cNvPr id="3" name="Footer Placeholder 2">
            <a:extLst>
              <a:ext uri="{FF2B5EF4-FFF2-40B4-BE49-F238E27FC236}">
                <a16:creationId xmlns:a16="http://schemas.microsoft.com/office/drawing/2014/main" id="{18786F98-449F-42BC-BACC-91390D4E405A}"/>
              </a:ext>
            </a:extLst>
          </p:cNvPr>
          <p:cNvSpPr>
            <a:spLocks noGrp="1"/>
          </p:cNvSpPr>
          <p:nvPr>
            <p:ph type="ftr" sz="quarter" idx="14"/>
          </p:nvPr>
        </p:nvSpPr>
        <p:spPr/>
        <p:txBody>
          <a:bodyPr/>
          <a:lstStyle/>
          <a:p>
            <a:pPr>
              <a:defRPr/>
            </a:pPr>
            <a:endParaRPr lang="de-DE"/>
          </a:p>
        </p:txBody>
      </p:sp>
      <p:sp>
        <p:nvSpPr>
          <p:cNvPr id="4" name="Slide Number Placeholder 3">
            <a:extLst>
              <a:ext uri="{FF2B5EF4-FFF2-40B4-BE49-F238E27FC236}">
                <a16:creationId xmlns:a16="http://schemas.microsoft.com/office/drawing/2014/main" id="{EFB7B4CA-221D-4C86-A23F-13CCC3A6A289}"/>
              </a:ext>
            </a:extLst>
          </p:cNvPr>
          <p:cNvSpPr>
            <a:spLocks noGrp="1"/>
          </p:cNvSpPr>
          <p:nvPr>
            <p:ph type="sldNum" sz="quarter" idx="15"/>
          </p:nvPr>
        </p:nvSpPr>
        <p:spPr/>
        <p:txBody>
          <a:bodyPr/>
          <a:lstStyle/>
          <a:p>
            <a:pPr>
              <a:defRPr/>
            </a:pPr>
            <a:fld id="{2E5EB353-52B3-4C59-974B-DBFB9536EF79}" type="slidenum">
              <a:rPr lang="de-DE" altLang="de-DE" smtClean="0"/>
              <a:pPr>
                <a:defRPr/>
              </a:pPr>
              <a:t>13</a:t>
            </a:fld>
            <a:endParaRPr lang="de-DE" altLang="de-DE" dirty="0"/>
          </a:p>
        </p:txBody>
      </p:sp>
      <p:sp>
        <p:nvSpPr>
          <p:cNvPr id="5" name="Date Placeholder 4">
            <a:extLst>
              <a:ext uri="{FF2B5EF4-FFF2-40B4-BE49-F238E27FC236}">
                <a16:creationId xmlns:a16="http://schemas.microsoft.com/office/drawing/2014/main" id="{07082CDB-65D8-44C3-A05A-114562B74DDC}"/>
              </a:ext>
            </a:extLst>
          </p:cNvPr>
          <p:cNvSpPr>
            <a:spLocks noGrp="1"/>
          </p:cNvSpPr>
          <p:nvPr>
            <p:ph type="dt" sz="half" idx="16"/>
          </p:nvPr>
        </p:nvSpPr>
        <p:spPr/>
        <p:txBody>
          <a:bodyPr/>
          <a:lstStyle/>
          <a:p>
            <a:pPr>
              <a:defRPr/>
            </a:pPr>
            <a:fld id="{C9CF090C-F802-4A98-AB4C-52BD67E56E9F}" type="datetime1">
              <a:rPr lang="de-DE" smtClean="0"/>
              <a:pPr>
                <a:defRPr/>
              </a:pPr>
              <a:t>13.11.2025</a:t>
            </a:fld>
            <a:endParaRPr lang="de-DE" dirty="0"/>
          </a:p>
        </p:txBody>
      </p:sp>
      <p:sp>
        <p:nvSpPr>
          <p:cNvPr id="8" name="TextBox 7">
            <a:extLst>
              <a:ext uri="{FF2B5EF4-FFF2-40B4-BE49-F238E27FC236}">
                <a16:creationId xmlns:a16="http://schemas.microsoft.com/office/drawing/2014/main" id="{6C9BC4CE-B6EA-4887-A340-E64A3607A728}"/>
              </a:ext>
            </a:extLst>
          </p:cNvPr>
          <p:cNvSpPr txBox="1"/>
          <p:nvPr/>
        </p:nvSpPr>
        <p:spPr>
          <a:xfrm>
            <a:off x="661802" y="1556792"/>
            <a:ext cx="5218174" cy="1077218"/>
          </a:xfrm>
          <a:prstGeom prst="rect">
            <a:avLst/>
          </a:prstGeom>
          <a:noFill/>
        </p:spPr>
        <p:txBody>
          <a:bodyPr wrap="square" rtlCol="0">
            <a:spAutoFit/>
          </a:bodyPr>
          <a:lstStyle/>
          <a:p>
            <a:r>
              <a:rPr lang="en-GB" sz="3200" dirty="0">
                <a:solidFill>
                  <a:schemeClr val="accent3">
                    <a:lumMod val="90000"/>
                    <a:lumOff val="10000"/>
                  </a:schemeClr>
                </a:solidFill>
                <a:latin typeface="Segoe UI" panose="020B0502040204020203" pitchFamily="34" charset="0"/>
                <a:cs typeface="Segoe UI" panose="020B0502040204020203" pitchFamily="34" charset="0"/>
              </a:rPr>
              <a:t>Experiment 4:</a:t>
            </a:r>
          </a:p>
          <a:p>
            <a:r>
              <a:rPr lang="en-GB" sz="3200" dirty="0">
                <a:solidFill>
                  <a:schemeClr val="accent3">
                    <a:lumMod val="90000"/>
                    <a:lumOff val="10000"/>
                  </a:schemeClr>
                </a:solidFill>
                <a:latin typeface="Segoe UI" panose="020B0502040204020203" pitchFamily="34" charset="0"/>
                <a:cs typeface="Segoe UI" panose="020B0502040204020203" pitchFamily="34" charset="0"/>
              </a:rPr>
              <a:t>Morgan Fingerprints + MLP</a:t>
            </a:r>
          </a:p>
        </p:txBody>
      </p:sp>
      <p:pic>
        <p:nvPicPr>
          <p:cNvPr id="9" name="Picture 8">
            <a:extLst>
              <a:ext uri="{FF2B5EF4-FFF2-40B4-BE49-F238E27FC236}">
                <a16:creationId xmlns:a16="http://schemas.microsoft.com/office/drawing/2014/main" id="{F628AA75-66F4-462E-ABFB-715D43F589AD}"/>
              </a:ext>
            </a:extLst>
          </p:cNvPr>
          <p:cNvPicPr>
            <a:picLocks noChangeAspect="1"/>
          </p:cNvPicPr>
          <p:nvPr/>
        </p:nvPicPr>
        <p:blipFill>
          <a:blip r:embed="rId2"/>
          <a:stretch>
            <a:fillRect/>
          </a:stretch>
        </p:blipFill>
        <p:spPr>
          <a:xfrm>
            <a:off x="6710574" y="1133763"/>
            <a:ext cx="4928370" cy="4928370"/>
          </a:xfrm>
          <a:prstGeom prst="rect">
            <a:avLst/>
          </a:prstGeom>
        </p:spPr>
      </p:pic>
    </p:spTree>
    <p:extLst>
      <p:ext uri="{BB962C8B-B14F-4D97-AF65-F5344CB8AC3E}">
        <p14:creationId xmlns:p14="http://schemas.microsoft.com/office/powerpoint/2010/main" val="898434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772D7E-3558-4954-97E0-8D73850F8FF6}"/>
              </a:ext>
            </a:extLst>
          </p:cNvPr>
          <p:cNvSpPr>
            <a:spLocks noGrp="1"/>
          </p:cNvSpPr>
          <p:nvPr>
            <p:ph type="body" sz="quarter" idx="10"/>
          </p:nvPr>
        </p:nvSpPr>
        <p:spPr/>
        <p:txBody>
          <a:bodyPr/>
          <a:lstStyle/>
          <a:p>
            <a:r>
              <a:rPr lang="en-GB" b="1" dirty="0"/>
              <a:t>Workflow: Evaluation (Student 6)</a:t>
            </a:r>
          </a:p>
          <a:p>
            <a:endParaRPr lang="en-GB" dirty="0"/>
          </a:p>
          <a:p>
            <a:endParaRPr lang="en-GB" dirty="0"/>
          </a:p>
        </p:txBody>
      </p:sp>
      <p:pic>
        <p:nvPicPr>
          <p:cNvPr id="8" name="Content Placeholder 7">
            <a:extLst>
              <a:ext uri="{FF2B5EF4-FFF2-40B4-BE49-F238E27FC236}">
                <a16:creationId xmlns:a16="http://schemas.microsoft.com/office/drawing/2014/main" id="{BD44633C-418A-4DB3-8D1B-2A90BA5884CA}"/>
              </a:ext>
            </a:extLst>
          </p:cNvPr>
          <p:cNvPicPr>
            <a:picLocks noGrp="1" noChangeAspect="1"/>
          </p:cNvPicPr>
          <p:nvPr>
            <p:ph idx="1"/>
          </p:nvPr>
        </p:nvPicPr>
        <p:blipFill>
          <a:blip r:embed="rId2"/>
          <a:stretch>
            <a:fillRect/>
          </a:stretch>
        </p:blipFill>
        <p:spPr>
          <a:xfrm>
            <a:off x="6769100" y="1467834"/>
            <a:ext cx="5049838" cy="4666870"/>
          </a:xfrm>
        </p:spPr>
      </p:pic>
      <p:sp>
        <p:nvSpPr>
          <p:cNvPr id="4" name="Footer Placeholder 3">
            <a:extLst>
              <a:ext uri="{FF2B5EF4-FFF2-40B4-BE49-F238E27FC236}">
                <a16:creationId xmlns:a16="http://schemas.microsoft.com/office/drawing/2014/main" id="{DF315519-3FE3-4875-ACDC-C8518F3AA08B}"/>
              </a:ext>
            </a:extLst>
          </p:cNvPr>
          <p:cNvSpPr>
            <a:spLocks noGrp="1"/>
          </p:cNvSpPr>
          <p:nvPr>
            <p:ph type="ftr" sz="quarter" idx="11"/>
          </p:nvPr>
        </p:nvSpPr>
        <p:spPr/>
        <p:txBody>
          <a:bodyPr/>
          <a:lstStyle/>
          <a:p>
            <a:pPr>
              <a:defRPr/>
            </a:pPr>
            <a:endParaRPr lang="de-DE"/>
          </a:p>
        </p:txBody>
      </p:sp>
      <p:sp>
        <p:nvSpPr>
          <p:cNvPr id="5" name="Slide Number Placeholder 4">
            <a:extLst>
              <a:ext uri="{FF2B5EF4-FFF2-40B4-BE49-F238E27FC236}">
                <a16:creationId xmlns:a16="http://schemas.microsoft.com/office/drawing/2014/main" id="{FCD5CCF7-FED6-4EAF-902F-77D19F9F5E80}"/>
              </a:ext>
            </a:extLst>
          </p:cNvPr>
          <p:cNvSpPr>
            <a:spLocks noGrp="1"/>
          </p:cNvSpPr>
          <p:nvPr>
            <p:ph type="sldNum" sz="quarter" idx="12"/>
          </p:nvPr>
        </p:nvSpPr>
        <p:spPr/>
        <p:txBody>
          <a:bodyPr/>
          <a:lstStyle/>
          <a:p>
            <a:pPr>
              <a:defRPr/>
            </a:pPr>
            <a:fld id="{226E317D-C892-416C-87E1-03B7D17D2981}" type="slidenum">
              <a:rPr lang="de-DE" altLang="de-DE" smtClean="0"/>
              <a:pPr>
                <a:defRPr/>
              </a:pPr>
              <a:t>14</a:t>
            </a:fld>
            <a:endParaRPr lang="de-DE" altLang="de-DE" dirty="0"/>
          </a:p>
        </p:txBody>
      </p:sp>
      <p:sp>
        <p:nvSpPr>
          <p:cNvPr id="6" name="Date Placeholder 5">
            <a:extLst>
              <a:ext uri="{FF2B5EF4-FFF2-40B4-BE49-F238E27FC236}">
                <a16:creationId xmlns:a16="http://schemas.microsoft.com/office/drawing/2014/main" id="{6375983F-8402-4A94-8648-F6A2AF3DE8E0}"/>
              </a:ext>
            </a:extLst>
          </p:cNvPr>
          <p:cNvSpPr>
            <a:spLocks noGrp="1"/>
          </p:cNvSpPr>
          <p:nvPr>
            <p:ph type="dt" sz="half" idx="13"/>
          </p:nvPr>
        </p:nvSpPr>
        <p:spPr/>
        <p:txBody>
          <a:bodyPr/>
          <a:lstStyle/>
          <a:p>
            <a:pPr>
              <a:defRPr/>
            </a:pPr>
            <a:fld id="{9C70085A-81E6-4373-A188-F16A72336CA3}" type="datetime1">
              <a:rPr lang="de-DE" smtClean="0"/>
              <a:pPr>
                <a:defRPr/>
              </a:pPr>
              <a:t>13.11.2025</a:t>
            </a:fld>
            <a:endParaRPr lang="de-DE" dirty="0"/>
          </a:p>
        </p:txBody>
      </p:sp>
      <p:sp>
        <p:nvSpPr>
          <p:cNvPr id="11" name="TextBox 10">
            <a:extLst>
              <a:ext uri="{FF2B5EF4-FFF2-40B4-BE49-F238E27FC236}">
                <a16:creationId xmlns:a16="http://schemas.microsoft.com/office/drawing/2014/main" id="{394C7994-B6B1-4679-98C9-D882450B90DB}"/>
              </a:ext>
            </a:extLst>
          </p:cNvPr>
          <p:cNvSpPr txBox="1"/>
          <p:nvPr/>
        </p:nvSpPr>
        <p:spPr>
          <a:xfrm>
            <a:off x="661802" y="1556792"/>
            <a:ext cx="5218174" cy="3477875"/>
          </a:xfrm>
          <a:prstGeom prst="rect">
            <a:avLst/>
          </a:prstGeom>
          <a:noFill/>
        </p:spPr>
        <p:txBody>
          <a:bodyPr wrap="square" rtlCol="0">
            <a:spAutoFit/>
          </a:bodyPr>
          <a:lstStyle/>
          <a:p>
            <a:pPr marL="342900" indent="-342900">
              <a:buFont typeface="Arial" panose="020B0604020202020204" pitchFamily="34" charset="0"/>
              <a:buChar char="•"/>
            </a:pPr>
            <a:r>
              <a:rPr lang="en-GB" sz="2000" b="1" dirty="0">
                <a:solidFill>
                  <a:schemeClr val="tx2">
                    <a:lumMod val="50000"/>
                  </a:schemeClr>
                </a:solidFill>
                <a:latin typeface="Segoe UI" panose="020B0502040204020203" pitchFamily="34" charset="0"/>
                <a:cs typeface="Segoe UI" panose="020B0502040204020203" pitchFamily="34" charset="0"/>
              </a:rPr>
              <a:t>Compare Metrics:</a:t>
            </a:r>
            <a:r>
              <a:rPr lang="en-GB" sz="2000" dirty="0">
                <a:solidFill>
                  <a:schemeClr val="tx2">
                    <a:lumMod val="50000"/>
                  </a:schemeClr>
                </a:solidFill>
                <a:latin typeface="Segoe UI" panose="020B0502040204020203" pitchFamily="34" charset="0"/>
                <a:cs typeface="Segoe UI" panose="020B0502040204020203" pitchFamily="34" charset="0"/>
              </a:rPr>
              <a:t> Collect the R-squared (R²) and RMSE (Root Mean Square Error) from all four models.</a:t>
            </a:r>
          </a:p>
          <a:p>
            <a:pPr marL="342900" indent="-342900">
              <a:buFont typeface="Arial" panose="020B0604020202020204" pitchFamily="34" charset="0"/>
              <a:buChar char="•"/>
            </a:pPr>
            <a:r>
              <a:rPr lang="en-GB" sz="2000" b="1" dirty="0">
                <a:solidFill>
                  <a:schemeClr val="tx2">
                    <a:lumMod val="50000"/>
                  </a:schemeClr>
                </a:solidFill>
                <a:latin typeface="Segoe UI" panose="020B0502040204020203" pitchFamily="34" charset="0"/>
                <a:cs typeface="Segoe UI" panose="020B0502040204020203" pitchFamily="34" charset="0"/>
              </a:rPr>
              <a:t>Select Best Model:</a:t>
            </a:r>
            <a:r>
              <a:rPr lang="en-GB" sz="2000" dirty="0">
                <a:solidFill>
                  <a:schemeClr val="tx2">
                    <a:lumMod val="50000"/>
                  </a:schemeClr>
                </a:solidFill>
                <a:latin typeface="Segoe UI" panose="020B0502040204020203" pitchFamily="34" charset="0"/>
                <a:cs typeface="Segoe UI" panose="020B0502040204020203" pitchFamily="34" charset="0"/>
              </a:rPr>
              <a:t> The model with the highest R² (closest to 1.0) and lowest RMSE (lowest error) will be chosen as our final baseline model.</a:t>
            </a:r>
          </a:p>
          <a:p>
            <a:pPr marL="342900" indent="-342900">
              <a:buFont typeface="Arial" panose="020B0604020202020204" pitchFamily="34" charset="0"/>
              <a:buChar char="•"/>
            </a:pPr>
            <a:r>
              <a:rPr lang="en-GB" sz="2000" b="1" dirty="0">
                <a:solidFill>
                  <a:schemeClr val="tx2">
                    <a:lumMod val="50000"/>
                  </a:schemeClr>
                </a:solidFill>
                <a:latin typeface="Segoe UI" panose="020B0502040204020203" pitchFamily="34" charset="0"/>
                <a:cs typeface="Segoe UI" panose="020B0502040204020203" pitchFamily="34" charset="0"/>
              </a:rPr>
              <a:t>Final Analysis:</a:t>
            </a:r>
            <a:r>
              <a:rPr lang="en-GB" sz="2000" dirty="0">
                <a:solidFill>
                  <a:schemeClr val="tx2">
                    <a:lumMod val="50000"/>
                  </a:schemeClr>
                </a:solidFill>
                <a:latin typeface="Segoe UI" panose="020B0502040204020203" pitchFamily="34" charset="0"/>
                <a:cs typeface="Segoe UI" panose="020B0502040204020203" pitchFamily="34" charset="0"/>
              </a:rPr>
              <a:t> This winning model is what we will present to the CEO for use in screening the new vendor catalogue.</a:t>
            </a:r>
          </a:p>
          <a:p>
            <a:endParaRPr lang="en-GB" sz="2000" dirty="0">
              <a:solidFill>
                <a:schemeClr val="tx2">
                  <a:lumMod val="50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72125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el 2"/>
          <p:cNvSpPr>
            <a:spLocks noGrp="1"/>
          </p:cNvSpPr>
          <p:nvPr>
            <p:ph type="ctrTitle"/>
          </p:nvPr>
        </p:nvSpPr>
        <p:spPr bwMode="auto">
          <a:xfrm>
            <a:off x="479376" y="3957638"/>
            <a:ext cx="11521280" cy="98353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de-DE" altLang="de-DE" sz="1600" b="1" dirty="0"/>
              <a:t>THANK YOU ! </a:t>
            </a:r>
            <a:br>
              <a:rPr lang="de-DE" altLang="de-DE" sz="1600" b="1" dirty="0"/>
            </a:br>
            <a:br>
              <a:rPr lang="de-DE" altLang="de-DE" sz="1600" b="1" dirty="0"/>
            </a:br>
            <a:r>
              <a:rPr lang="de-DE" altLang="de-DE" sz="1600" b="1" dirty="0"/>
              <a:t>CADD GROUP PROJECT TEAM</a:t>
            </a:r>
          </a:p>
        </p:txBody>
      </p:sp>
    </p:spTree>
  </p:cSld>
  <p:clrMapOvr>
    <a:masterClrMapping/>
  </p:clrMapOvr>
</p:sld>
</file>

<file path=ppt/theme/theme1.xml><?xml version="1.0" encoding="utf-8"?>
<a:theme xmlns:a="http://schemas.openxmlformats.org/drawingml/2006/main" name="1_Office-Design">
  <a:themeElements>
    <a:clrScheme name="Benutzerdefiniert 1">
      <a:dk1>
        <a:sysClr val="windowText" lastClr="000000"/>
      </a:dk1>
      <a:lt1>
        <a:sysClr val="window" lastClr="FFFFFF"/>
      </a:lt1>
      <a:dk2>
        <a:srgbClr val="004877"/>
      </a:dk2>
      <a:lt2>
        <a:srgbClr val="E6E6E6"/>
      </a:lt2>
      <a:accent1>
        <a:srgbClr val="C82254"/>
      </a:accent1>
      <a:accent2>
        <a:srgbClr val="D7DF23"/>
      </a:accent2>
      <a:accent3>
        <a:srgbClr val="01283F"/>
      </a:accent3>
      <a:accent4>
        <a:srgbClr val="BEBEBE"/>
      </a:accent4>
      <a:accent5>
        <a:srgbClr val="919191"/>
      </a:accent5>
      <a:accent6>
        <a:srgbClr val="BEBEBE"/>
      </a:accent6>
      <a:hlink>
        <a:srgbClr val="0000FF"/>
      </a:hlink>
      <a:folHlink>
        <a:srgbClr val="8DB3E2"/>
      </a:folHlink>
    </a:clrScheme>
    <a:fontScheme name="1_Office-Design">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208</TotalTime>
  <Words>661</Words>
  <Application>Microsoft Office PowerPoint</Application>
  <PresentationFormat>Widescreen</PresentationFormat>
  <Paragraphs>96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Lucida Grande</vt:lpstr>
      <vt:lpstr>Segoe UI</vt:lpstr>
      <vt:lpstr>Verdana</vt:lpstr>
      <vt:lpstr>1_Office-Design</vt:lpstr>
      <vt:lpstr>Task 01: Builidng a baseline model for D (2) Receptor Antagonists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   CADD GROUP PROJECT TEAM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mws</dc:creator>
  <cp:lastModifiedBy>Fouzia Nasreen</cp:lastModifiedBy>
  <cp:revision>526</cp:revision>
  <dcterms:created xsi:type="dcterms:W3CDTF">2010-05-03T10:36:49Z</dcterms:created>
  <dcterms:modified xsi:type="dcterms:W3CDTF">2025-11-13T13:27:55Z</dcterms:modified>
</cp:coreProperties>
</file>